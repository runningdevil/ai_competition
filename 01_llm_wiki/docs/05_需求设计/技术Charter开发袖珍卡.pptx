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技术Charter开发袖珍卡.pptx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Minimal valid PowerPoint file for LLM-WIKI local integration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