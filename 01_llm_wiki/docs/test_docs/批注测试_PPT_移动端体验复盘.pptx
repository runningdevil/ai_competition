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comments/modernComment.xml" ContentType="application/vnd.ms-powerpoint.comment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omments/modernComment2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988fb7fcea4e31" /><Relationship Type="http://schemas.openxmlformats.org/officeDocument/2006/relationships/extended-properties" Target="/docProps/app.xml" Id="R7104b8d566794eef" /><Relationship Type="http://schemas.openxmlformats.org/officeDocument/2006/relationships/officeDocument" Target="/ppt/presentation.xml" Id="R49994f2fa1ab4f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a90c57c4e4900"/>
  </p:sldMasterIdLst>
  <p:notesMasterIdLst>
    <p:notesMasterId xmlns:r="http://schemas.openxmlformats.org/officeDocument/2006/relationships" r:id="R91345f1066234498"/>
  </p:notesMasterIdLst>
  <p:sldIdLst>
    <p:sldId xmlns:r="http://schemas.openxmlformats.org/officeDocument/2006/relationships" id="256" r:id="R9ffd21bb34d64c95"/>
    <p:sldId xmlns:r="http://schemas.openxmlformats.org/officeDocument/2006/relationships" id="257" r:id="R58e39a6eb6f7400d"/>
    <p:sldId xmlns:r="http://schemas.openxmlformats.org/officeDocument/2006/relationships" id="258" r:id="Re2339ccd0c934184"/>
    <p:sldId xmlns:r="http://schemas.openxmlformats.org/officeDocument/2006/relationships" id="259" r:id="R334bc020c50149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2A3D6200-EC7A-412B-9ECF-FB708AFEC311}" name="业务审阅人" initials="审"/>
  <p188:author id="{D3C86DC8-DE5B-4A35-AB28-86AA21E24B40}" name="张三" initials="张"/>
  <p188:author id="{B5CC4638-C63E-4091-90A8-ABF4AD6A2587}" name="李四" initials="李"/>
  <p188:author id="{8A5B2D15-B82B-44EE-B166-6B10CDB12EFF}" name="王五" initials="王"/>
  <p188:author id="{A25DA4D9-29E8-48A9-B955-0942ABBFC370}" name="赵六" initials="赵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5431bff6e9483e" /><Relationship Type="http://schemas.openxmlformats.org/officeDocument/2006/relationships/slideMaster" Target="/ppt/slideMasters/slideMaster1.xml" Id="R2efa90c57c4e4900" /><Relationship Type="http://schemas.openxmlformats.org/officeDocument/2006/relationships/notesMaster" Target="/ppt/notesMasters/notesMaster1.xml" Id="R91345f1066234498" /><Relationship Type="http://schemas.openxmlformats.org/officeDocument/2006/relationships/presProps" Target="/ppt/presProps.xml" Id="R868a732fa8fd49e3" /><Relationship Type="http://schemas.openxmlformats.org/officeDocument/2006/relationships/tableStyles" Target="/ppt/tableStyles.xml" Id="R07ea0142c95846b0" /><Relationship Type="http://schemas.microsoft.com/office/2018/10/relationships/authors" Target="/ppt/authors.xml" Id="R87bab3c065bf4a7c" /><Relationship Type="http://schemas.openxmlformats.org/officeDocument/2006/relationships/slide" Target="/ppt/slides/slide1.xml" Id="R9ffd21bb34d64c95" /><Relationship Type="http://schemas.openxmlformats.org/officeDocument/2006/relationships/slide" Target="/ppt/slides/slide2.xml" Id="R58e39a6eb6f7400d" /><Relationship Type="http://schemas.openxmlformats.org/officeDocument/2006/relationships/slide" Target="/ppt/slides/slide3.xml" Id="Re2339ccd0c934184" /><Relationship Type="http://schemas.openxmlformats.org/officeDocument/2006/relationships/slide" Target="/ppt/slides/slide4.xml" Id="R334bc020c50149ec" /></Relationships>
</file>

<file path=ppt/comments/modernComment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h6fq0p" authorId="{D3C86DC8-DE5B-4A35-AB28-86AA21E24B40}" status="active" created="2026-07-16T17:20:00+08:00">
    <ns1:txMkLst>
      <ns2:docMk/>
      <ns2:sldMk cId="1759533839" sldId="257"/>
      <ns1:spMk id="5" creationId="{61D27BE6-BC9D-48F8-A3B8-9A054E4E16F2}"/>
      <ns1:txMk cp="34" len="4"/>
    </ns1:txMkLst>
    <ns0:pos x="9906000" y="1143000"/>
    <ns0:txBody>
      <ns3:bodyPr/>
      <ns3:lstStyle/>
      <ns3:p>
        <ns3:r>
          <ns3:t>todo: 请把登录按钮文案从“立即进入”改为“开始使用”，并同步埋点名称 click_start_use?to: 周八,end_date:20260818</ns3:t>
        </ns3:r>
      </ns3:p>
    </ns0:txBody>
  </ns0:cm>
  <ns0:cm id="etsjzf" authorId="{B5CC4638-C63E-4091-90A8-ABF4AD6A2587}" status="active" created="2026-07-16T17:21:00+08:00">
    <ns1:txMkLst>
      <ns2:docMk/>
      <ns2:sldMk cId="1759533839" sldId="257"/>
      <ns1:spMk id="5" creationId="{61D27BE6-BC9D-48F8-A3B8-9A054E4E16F2}"/>
      <ns1:txMk cp="49" len="4"/>
    </ns1:txMkLst>
    <ns0:pos x="9906000" y="1543050"/>
    <ns0:txBody>
      <ns3:bodyPr/>
      <ns3:lstStyle/>
      <ns3:p>
        <ns3:r>
          <ns3:t>请把离线提示语改为“当前网络不可用，请稍后重试”</ns3:t>
        </ns3:r>
      </ns3:p>
    </ns0:txBody>
  </ns0:cm>
  <ns0:cm id="sfyd6x" authorId="{8A5B2D15-B82B-44EE-B166-6B10CDB12EFF}" status="active" created="2026-07-16T17:22:00+08:00">
    <ns1:txMkLst>
      <ns2:docMk/>
      <ns2:sldMk cId="1759533839" sldId="257"/>
      <ns1:spMk id="5" creationId="{61D27BE6-BC9D-48F8-A3B8-9A054E4E16F2}"/>
      <ns1:txMk cp="61" len="7"/>
    </ns1:txMkLst>
    <ns0:pos x="9906000" y="1943100"/>
    <ns0:txBody>
      <ns3:bodyPr/>
      <ns3:lstStyle/>
      <ns3:p>
        <ns3:r>
          <ns3:t>TODO: 请补充三档重试策略: 首次 3 秒、第二次 10 秒、第三次 30 秒?to:吴九,end_date:20260825</ns3:t>
        </ns3:r>
      </ns3:p>
    </ns0:txBody>
  </ns0:cm>
</ns0:cmLst>
</file>

<file path=ppt/comments/modernComment2.xml><?xml version="1.0" encoding="utf-8"?>
<ns0:cmLst xmlns:ns0="http://schemas.microsoft.com/office/powerpoint/2018/8/main" xmlns:ns1="http://schemas.microsoft.com/office/drawing/2013/main/command" xmlns:ns2="http://schemas.microsoft.com/office/powerpoint/2013/main/command" xmlns:ns3="http://schemas.openxmlformats.org/drawingml/2006/main">
  <ns0:cm id="k1nw0w" authorId="{A25DA4D9-29E8-48A9-B955-0942ABBFC370}" status="active" created="2026-07-18T17:23:00+08:00">
    <ns1:txMkLst>
      <ns2:docMk/>
      <ns2:sldMk cId="1273396476" sldId="259"/>
      <ns1:spMk id="7" creationId="{E80C71F6-7314-4F09-A4F8-883279C163C4}"/>
      <ns1:txMk cp="7" len="10"/>
    </ns1:txMkLst>
    <ns0:pos x="9906000" y="2343150"/>
    <ns0:txBody>
      <ns3:bodyPr/>
      <ns3:lstStyle/>
      <ns3:p>
        <ns3:r>
          <ns3:t>todo: 请把??链路再补充“支付结果页”，避免支付后弱网提示漏测?to:郑十,end_date:20260828</ns3:t>
        </ns3:r>
      </ns3:p>
    </ns0:txBody>
  </ns0:cm>
</ns0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f4bb9a2cd4c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91262f6c474405" /><Relationship Type="http://schemas.openxmlformats.org/officeDocument/2006/relationships/notesMaster" Target="/ppt/notesMasters/notesMaster1.xml" Id="Ra677c0b78470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8893599206409c" /><Relationship Type="http://schemas.openxmlformats.org/officeDocument/2006/relationships/notesMaster" Target="/ppt/notesMasters/notesMaster1.xml" Id="R5675e8f0c12b4f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6167fcba204b6a" /><Relationship Type="http://schemas.openxmlformats.org/officeDocument/2006/relationships/notesMaster" Target="/ppt/notesMasters/notesMaster1.xml" Id="Re5cb72b98af4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a6edd4fc6c4d3c" /><Relationship Type="http://schemas.openxmlformats.org/officeDocument/2006/relationships/notesMaster" Target="/ppt/notesMasters/notesMaster1.xml" Id="R346f2ff9073b4c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236f1e94044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62ce33491b4b25" /><Relationship Type="http://schemas.openxmlformats.org/officeDocument/2006/relationships/slideLayout" Target="/ppt/slideLayouts/slideLayout1.xml" Id="R1e922dffe16c48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922dffe16c48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827b03bb14f62" /><Relationship Type="http://schemas.openxmlformats.org/officeDocument/2006/relationships/notesSlide" Target="/ppt/notesSlides/notesSlide1.xml" Id="Rfb0fe282f1e94b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2068c3fa6452d" /><Relationship Type="http://schemas.openxmlformats.org/officeDocument/2006/relationships/notesSlide" Target="/ppt/notesSlides/notesSlide2.xml" Id="R3566c1d8349c4a00" /><Relationship Type="http://schemas.microsoft.com/office/2018/10/relationships/comments" Target="/ppt/comments/modernComment.xml" Id="R0cef3abbd88049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e774d4d984e23" /><Relationship Type="http://schemas.openxmlformats.org/officeDocument/2006/relationships/notesSlide" Target="/ppt/notesSlides/notesSlide3.xml" Id="R98cbbc8ed32345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0ebacd28844a0" /><Relationship Type="http://schemas.openxmlformats.org/officeDocument/2006/relationships/notesSlide" Target="/ppt/notesSlides/notesSlide4.xml" Id="R73872ea4a2d6429c" /><Relationship Type="http://schemas.microsoft.com/office/2018/10/relationships/comments" Target="/ppt/comments/modernComment2.xml" Id="Raa8046db91a44f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6DF4B88-0756-4BD0-935B-F00DF53B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用户体验组 | 体验复盘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E84245-313E-40E6-893E-E44CB0F4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81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弱网和离线提示正在影响移动端完成率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6ED99EC-C523-43C9-9E87-5189ADED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368"/>
                </a:solidFill>
              </a:defRPr>
            </a:pPr>
            <a:r>
              <a:rPr sz="1800" b="0">
                <a:solidFill>
                  <a:srgbClr val="5F6368"/>
                </a:solidFill>
              </a:rPr>
              <a:t>本材料用于确认登录、离线、重试体验的修订方向。</a:t>
            </a:r>
          </a:p>
        </p:txBody>
      </p:sp>
      <p:sp>
        <p:nvSpPr>
          <p:cNvPr id="4" name="cover-meta-panel">
            <a:extLst xmlns:a="http://schemas.openxmlformats.org/drawingml/2006/main">
              <a:ext uri="{FF2B5EF4-FFF2-40B4-BE49-F238E27FC236}">
                <a16:creationId xmlns:a16="http://schemas.microsoft.com/office/drawing/2014/main" id="{BB767BE7-9CFB-4E2B-8A80-78181F41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52550"/>
            <a:ext cx="30289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F473E66E-540A-4B79-A690-CF44B285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38300"/>
            <a:ext cx="25336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部门: 用户体验组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版本: V0.8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日期: 2026-07-14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范围: iOS/Android 登录与提交链路</a:t>
            </a:r>
          </a:p>
        </p:txBody>
      </p:sp>
      <p:sp>
        <p:nvSpPr>
          <p:cNvPr id="6" name="page-1">
            <a:extLst xmlns:a="http://schemas.openxmlformats.org/drawingml/2006/main">
              <a:ext uri="{FF2B5EF4-FFF2-40B4-BE49-F238E27FC236}">
                <a16:creationId xmlns:a16="http://schemas.microsoft.com/office/drawing/2014/main" id="{22E596C0-42BC-48E6-80FB-1B939B7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2036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2">
            <a:extLst xmlns:a="http://schemas.openxmlformats.org/drawingml/2006/main">
              <a:ext uri="{FF2B5EF4-FFF2-40B4-BE49-F238E27FC236}">
                <a16:creationId xmlns:a16="http://schemas.microsoft.com/office/drawing/2014/main" id="{00A9D5A1-3646-4C72-9116-EA1FCDE2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现状判断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E5E083D-E651-4874-96DB-DB7BEA8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反馈集中在用户不知道下一步该怎么做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03169DF-37BA-48B4-9E6D-990F0EA7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5A445A5-D3B2-4266-A04E-7A3FEB0A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02</a:t>
            </a:r>
          </a:p>
        </p:txBody>
      </p:sp>
      <p:sp>
        <p:nvSpPr>
          <p:cNvPr id="5" name="situation-body">
            <a:extLst xmlns:a="http://schemas.openxmlformats.org/drawingml/2006/main">
              <a:ext uri="{FF2B5EF4-FFF2-40B4-BE49-F238E27FC236}">
                <a16:creationId xmlns:a16="http://schemas.microsoft.com/office/drawing/2014/main" id="{61D27BE6-BC9D-48F8-A3B8-9A054E4E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6572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近 30 天移动端共收到 124 条体验类反馈。登录页按钮文案使用“立即进入”，离线状态提示语为“网络异常”，弱网场景下的重试间隔未说明，导致用户遇到失败后反复点击。</a:t>
            </a:r>
          </a:p>
        </p:txBody>
      </p:sp>
      <p:sp>
        <p:nvSpPr>
          <p:cNvPr id="6" name="kpi-体验反馈">
            <a:extLst xmlns:a="http://schemas.openxmlformats.org/drawingml/2006/main">
              <a:ext uri="{FF2B5EF4-FFF2-40B4-BE49-F238E27FC236}">
                <a16:creationId xmlns:a16="http://schemas.microsoft.com/office/drawing/2014/main" id="{1455AFDF-0DBE-4688-ADE7-3B0D7D97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kpi-label-体验反馈">
            <a:extLst xmlns:a="http://schemas.openxmlformats.org/drawingml/2006/main">
              <a:ext uri="{FF2B5EF4-FFF2-40B4-BE49-F238E27FC236}">
                <a16:creationId xmlns:a16="http://schemas.microsoft.com/office/drawing/2014/main" id="{B5E5816D-E936-4201-AFB8-18951BF1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71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体验反馈</a:t>
            </a:r>
          </a:p>
        </p:txBody>
      </p:sp>
      <p:sp>
        <p:nvSpPr>
          <p:cNvPr id="8" name="kpi-value-体验反馈">
            <a:extLst xmlns:a="http://schemas.openxmlformats.org/drawingml/2006/main">
              <a:ext uri="{FF2B5EF4-FFF2-40B4-BE49-F238E27FC236}">
                <a16:creationId xmlns:a16="http://schemas.microsoft.com/office/drawing/2014/main" id="{E5B50555-BE72-40C8-B3AF-0375C6E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124 条</a:t>
            </a:r>
          </a:p>
        </p:txBody>
      </p:sp>
      <p:sp>
        <p:nvSpPr>
          <p:cNvPr id="9" name="kpi-note-体验反馈">
            <a:extLst xmlns:a="http://schemas.openxmlformats.org/drawingml/2006/main">
              <a:ext uri="{FF2B5EF4-FFF2-40B4-BE49-F238E27FC236}">
                <a16:creationId xmlns:a16="http://schemas.microsoft.com/office/drawing/2014/main" id="{39F1DA00-FFAA-423A-A0BE-3F6A05C0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近 30 天</a:t>
            </a:r>
          </a:p>
        </p:txBody>
      </p:sp>
      <p:sp>
        <p:nvSpPr>
          <p:cNvPr id="10" name="kpi-离线提示">
            <a:extLst xmlns:a="http://schemas.openxmlformats.org/drawingml/2006/main">
              <a:ext uri="{FF2B5EF4-FFF2-40B4-BE49-F238E27FC236}">
                <a16:creationId xmlns:a16="http://schemas.microsoft.com/office/drawing/2014/main" id="{6FF27060-E364-4D22-A79E-343372DB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765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kpi-label-离线提示">
            <a:extLst xmlns:a="http://schemas.openxmlformats.org/drawingml/2006/main">
              <a:ext uri="{FF2B5EF4-FFF2-40B4-BE49-F238E27FC236}">
                <a16:creationId xmlns:a16="http://schemas.microsoft.com/office/drawing/2014/main" id="{0CD1DD91-8F4C-4523-BE14-E7FE3CB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289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离线提示</a:t>
            </a:r>
          </a:p>
        </p:txBody>
      </p:sp>
      <p:sp>
        <p:nvSpPr>
          <p:cNvPr id="12" name="kpi-value-离线提示">
            <a:extLst xmlns:a="http://schemas.openxmlformats.org/drawingml/2006/main">
              <a:ext uri="{FF2B5EF4-FFF2-40B4-BE49-F238E27FC236}">
                <a16:creationId xmlns:a16="http://schemas.microsoft.com/office/drawing/2014/main" id="{9097D20F-076F-4A3C-A35F-9C3625F9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95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42 条</a:t>
            </a:r>
          </a:p>
        </p:txBody>
      </p:sp>
      <p:sp>
        <p:nvSpPr>
          <p:cNvPr id="13" name="kpi-note-离线提示">
            <a:extLst xmlns:a="http://schemas.openxmlformats.org/drawingml/2006/main">
              <a:ext uri="{FF2B5EF4-FFF2-40B4-BE49-F238E27FC236}">
                <a16:creationId xmlns:a16="http://schemas.microsoft.com/office/drawing/2014/main" id="{6177A998-E36B-4C1B-ADF5-780943A2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最高频</a:t>
            </a:r>
          </a:p>
        </p:txBody>
      </p:sp>
      <p:sp>
        <p:nvSpPr>
          <p:cNvPr id="14" name="kpi-提交重试">
            <a:extLst xmlns:a="http://schemas.openxmlformats.org/drawingml/2006/main">
              <a:ext uri="{FF2B5EF4-FFF2-40B4-BE49-F238E27FC236}">
                <a16:creationId xmlns:a16="http://schemas.microsoft.com/office/drawing/2014/main" id="{E40DCCBC-4771-4A24-A5BA-3388FB1D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33850"/>
            <a:ext cx="2343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kpi-label-提交重试">
            <a:extLst xmlns:a="http://schemas.openxmlformats.org/drawingml/2006/main">
              <a:ext uri="{FF2B5EF4-FFF2-40B4-BE49-F238E27FC236}">
                <a16:creationId xmlns:a16="http://schemas.microsoft.com/office/drawing/2014/main" id="{3697602A-ACDB-4640-BA4A-6B7637F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368"/>
                </a:solidFill>
              </a:defRPr>
            </a:pPr>
            <a:r>
              <a:rPr sz="1350" b="1">
                <a:solidFill>
                  <a:srgbClr val="5F6368"/>
                </a:solidFill>
              </a:rPr>
              <a:t>提交重试</a:t>
            </a:r>
          </a:p>
        </p:txBody>
      </p:sp>
      <p:sp>
        <p:nvSpPr>
          <p:cNvPr id="16" name="kpi-value-提交重试">
            <a:extLst xmlns:a="http://schemas.openxmlformats.org/drawingml/2006/main">
              <a:ext uri="{FF2B5EF4-FFF2-40B4-BE49-F238E27FC236}">
                <a16:creationId xmlns:a16="http://schemas.microsoft.com/office/drawing/2014/main" id="{228043A1-CF88-4C90-9CDE-D214B8E6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27 条</a:t>
            </a:r>
          </a:p>
        </p:txBody>
      </p:sp>
      <p:sp>
        <p:nvSpPr>
          <p:cNvPr id="17" name="kpi-note-提交重试">
            <a:extLst xmlns:a="http://schemas.openxmlformats.org/drawingml/2006/main">
              <a:ext uri="{FF2B5EF4-FFF2-40B4-BE49-F238E27FC236}">
                <a16:creationId xmlns:a16="http://schemas.microsoft.com/office/drawing/2014/main" id="{1D976C11-D585-4FB9-9F1C-41F5359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33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P1</a:t>
            </a:r>
          </a:p>
        </p:txBody>
      </p:sp>
    </p:spTree>
    <p:extLst>
      <p:ext uri="{BB962C8B-B14F-4D97-AF65-F5344CB8AC3E}">
        <p14:creationId xmlns:p14="http://schemas.microsoft.com/office/powerpoint/2010/main" val="1759533839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0cef3abbd880490f"/>
    </p:ext>
  </p:extLs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3">
            <a:extLst xmlns:a="http://schemas.openxmlformats.org/drawingml/2006/main">
              <a:ext uri="{FF2B5EF4-FFF2-40B4-BE49-F238E27FC236}">
                <a16:creationId xmlns:a16="http://schemas.microsoft.com/office/drawing/2014/main" id="{D156D701-2FB9-419E-BEA2-9438AE5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证据与口径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C703794-B2EE-4773-983C-7FBB322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问题需要转化为具体文案和重试规则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912B9EDF-73E4-4ECD-A988-D7079E7A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C70200D-6F46-42B8-BD94-71F27825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03</a:t>
            </a:r>
          </a:p>
        </p:txBody>
      </p:sp>
      <p:sp>
        <p:nvSpPr>
          <p:cNvPr id="5" name="evidence-table-caption">
            <a:extLst xmlns:a="http://schemas.openxmlformats.org/drawingml/2006/main">
              <a:ext uri="{FF2B5EF4-FFF2-40B4-BE49-F238E27FC236}">
                <a16:creationId xmlns:a16="http://schemas.microsoft.com/office/drawing/2014/main" id="{FC3C195E-EEEB-4B8C-BDA9-D0D4A294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体验问题清单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43200"/>
                <a:gridCol w="2743200"/>
                <a:gridCol w="2743200"/>
                <a:gridCol w="2743200"/>
              </a:tblGrid>
              <a:tr h="5381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场景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当前表现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建议方向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11111"/>
                          </a:solidFill>
                        </a:rPr>
                        <a:t>优先级</a:t>
                      </a:r>
                    </a:p>
                  </a:txBody>
                  <a:tcPr marL="91440" marR="91440" marT="45720" marB="45720">
                    <a:solidFill>
                      <a:srgbClr val="F1F3F4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登录按钮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立即进入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开始使用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P1</a:t>
                      </a:r>
                    </a:p>
                  </a:txBody>
                  <a:tcPr marL="91440" marR="91440" marT="45720" marB="45720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离线提示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网络异常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当前网络不可用，请稍后重试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P0</a:t>
                      </a:r>
                    </a:p>
                  </a:txBody>
                  <a:tcPr marL="91440" marR="91440" marT="45720" marB="45720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重试间隔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未说明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3/10/30 秒三档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7062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4">
            <a:extLst xmlns:a="http://schemas.openxmlformats.org/drawingml/2006/main">
              <a:ext uri="{FF2B5EF4-FFF2-40B4-BE49-F238E27FC236}">
                <a16:creationId xmlns:a16="http://schemas.microsoft.com/office/drawing/2014/main" id="{28006C2A-96A1-420E-9FDC-B5AD261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368"/>
                </a:solidFill>
              </a:defRPr>
            </a:pPr>
            <a:r>
              <a:rPr sz="1200" b="1">
                <a:solidFill>
                  <a:srgbClr val="5F6368"/>
                </a:solidFill>
              </a:rPr>
              <a:t>行动计划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527F02A-F78B-442E-AF79-10FE4DB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先改可感知文案，再统一弱网策略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6A37E811-33BF-44B1-B7DA-0C4DFDB3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3B0334F-0EB9-4150-809B-6A63571E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</a:defRPr>
            </a:pPr>
            <a:r>
              <a:rPr sz="1200" b="0">
                <a:solidFill>
                  <a:srgbClr val="5F6368"/>
                </a:solidFill>
              </a:rPr>
              <a:t>04</a:t>
            </a:r>
          </a:p>
        </p:txBody>
      </p:sp>
      <p:sp>
        <p:nvSpPr>
          <p:cNvPr id="5" name="action-left">
            <a:extLst xmlns:a="http://schemas.openxmlformats.org/drawingml/2006/main">
              <a:ext uri="{FF2B5EF4-FFF2-40B4-BE49-F238E27FC236}">
                <a16:creationId xmlns:a16="http://schemas.microsoft.com/office/drawing/2014/main" id="{BCFFF610-50A4-4589-9A8E-28AEFE24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953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客户端本轮优先统一提示语和按钮文案，避免用户只看到技术错误。弱网重试策略需要同步给研发和测试。</a:t>
            </a:r>
          </a:p>
        </p:txBody>
      </p:sp>
      <p:sp>
        <p:nvSpPr>
          <p:cNvPr id="6" name="action-panel">
            <a:extLst xmlns:a="http://schemas.openxmlformats.org/drawingml/2006/main">
              <a:ext uri="{FF2B5EF4-FFF2-40B4-BE49-F238E27FC236}">
                <a16:creationId xmlns:a16="http://schemas.microsoft.com/office/drawing/2014/main" id="{C5812D2B-8C61-48C0-AF20-7FA01E62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819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ction-right">
            <a:extLst xmlns:a="http://schemas.openxmlformats.org/drawingml/2006/main">
              <a:ext uri="{FF2B5EF4-FFF2-40B4-BE49-F238E27FC236}">
                <a16:creationId xmlns:a16="http://schemas.microsoft.com/office/drawing/2014/main" id="{E80C71F6-7314-4F09-A4F8-883279C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1719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验收时需要覆盖登录、下单、资料提交三个链路，并检查埋点名称是否同步变更。</a:t>
            </a:r>
          </a:p>
        </p:txBody>
      </p:sp>
    </p:spTree>
    <p:extLst>
      <p:ext uri="{BB962C8B-B14F-4D97-AF65-F5344CB8AC3E}">
        <p14:creationId xmlns:p14="http://schemas.microsoft.com/office/powerpoint/2010/main" val="1273396476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aa8046db91a44fc4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2026-07-14T07:58:15.7590000Z</dcterms:created>
  <dcterms:modified xsi:type="dcterms:W3CDTF">2026-07-14T07:58:15.7590000Z</dcterms:modified>
</coreProperties>
</file>