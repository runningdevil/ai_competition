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comments/modernComment.xml" ContentType="application/vnd.ms-powerpoint.comment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comments/modernComment2.xml" ContentType="application/vnd.ms-powerpoint.comments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comments/modernComment3.xml" ContentType="application/vnd.ms-powerpoint.comment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596c81b5e34ee4" /><Relationship Type="http://schemas.openxmlformats.org/officeDocument/2006/relationships/extended-properties" Target="/docProps/app.xml" Id="R881ffc7946614aa5" /><Relationship Type="http://schemas.openxmlformats.org/officeDocument/2006/relationships/officeDocument" Target="/ppt/presentation.xml" Id="Rc33a797488bb48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58b43f8d2d446a"/>
  </p:sldMasterIdLst>
  <p:notesMasterIdLst>
    <p:notesMasterId xmlns:r="http://schemas.openxmlformats.org/officeDocument/2006/relationships" r:id="Rfaf8429262f14077"/>
  </p:notesMasterIdLst>
  <p:sldIdLst>
    <p:sldId xmlns:r="http://schemas.openxmlformats.org/officeDocument/2006/relationships" id="256" r:id="Ra5015bd712ed40a2"/>
    <p:sldId xmlns:r="http://schemas.openxmlformats.org/officeDocument/2006/relationships" id="257" r:id="R4df5981cef79487f"/>
    <p:sldId xmlns:r="http://schemas.openxmlformats.org/officeDocument/2006/relationships" id="258" r:id="R480acdd624d64e3f"/>
    <p:sldId xmlns:r="http://schemas.openxmlformats.org/officeDocument/2006/relationships" id="259" r:id="R06396028035d48f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p188="http://schemas.microsoft.com/office/powerpoint/2018/8/main">
  <p188:author id="{9B265B81-592B-4485-BF4E-0A9B9A53013A}" name="业务审阅人" initials="审"/>
  <p188:author id="{BC4BA0E4-BDC2-47FE-917F-491106A36F87}" name="张三" initials="张"/>
  <p188:author id="{52E2FB2C-DDDE-4378-A4D2-97F01DFF13F0}" name="李四" initials="李"/>
  <p188:author id="{394A8B61-E8B5-4D2B-8EAF-0BEC5F54EC5C}" name="王五" initials="王"/>
  <p188:author id="{19978CA4-D904-4819-A35D-269C354A7591}" name="赵六" initials="赵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00a5e0d69f4a7d" /><Relationship Type="http://schemas.openxmlformats.org/officeDocument/2006/relationships/slideMaster" Target="/ppt/slideMasters/slideMaster1.xml" Id="R6558b43f8d2d446a" /><Relationship Type="http://schemas.openxmlformats.org/officeDocument/2006/relationships/notesMaster" Target="/ppt/notesMasters/notesMaster1.xml" Id="Rfaf8429262f14077" /><Relationship Type="http://schemas.openxmlformats.org/officeDocument/2006/relationships/presProps" Target="/ppt/presProps.xml" Id="R4f9d46073bd943d5" /><Relationship Type="http://schemas.openxmlformats.org/officeDocument/2006/relationships/tableStyles" Target="/ppt/tableStyles.xml" Id="R4cb759d475ce4ba2" /><Relationship Type="http://schemas.microsoft.com/office/2018/10/relationships/authors" Target="/ppt/authors.xml" Id="R9ab7cb345a434cc9" /><Relationship Type="http://schemas.openxmlformats.org/officeDocument/2006/relationships/slide" Target="/ppt/slides/slide1.xml" Id="Ra5015bd712ed40a2" /><Relationship Type="http://schemas.openxmlformats.org/officeDocument/2006/relationships/slide" Target="/ppt/slides/slide2.xml" Id="R4df5981cef79487f" /><Relationship Type="http://schemas.openxmlformats.org/officeDocument/2006/relationships/slide" Target="/ppt/slides/slide3.xml" Id="R480acdd624d64e3f" /><Relationship Type="http://schemas.openxmlformats.org/officeDocument/2006/relationships/slide" Target="/ppt/slides/slide4.xml" Id="R06396028035d48f3" /></Relationships>
</file>

<file path=ppt/comments/modernComment.xml><?xml version="1.0" encoding="utf-8"?>
<ns0:cmLst xmlns:ns0="http://schemas.microsoft.com/office/powerpoint/2018/8/main" xmlns:ns1="http://schemas.microsoft.com/office/drawing/2013/main/command" xmlns:ns2="http://schemas.microsoft.com/office/powerpoint/2013/main/command" xmlns:ns3="http://schemas.openxmlformats.org/drawingml/2006/main">
  <ns0:cm id="itgh6u" authorId="{BC4BA0E4-BDC2-47FE-917F-491106A36F87}" status="active" created="2026-07-16T17:20:00+08:00">
    <ns1:txMkLst>
      <ns2:docMk/>
      <ns2:sldMk cId="1939507367" sldId="257"/>
      <ns1:spMk id="5" creationId="{78B7B57B-4E73-4584-8ADA-B3F5DBDF87A3}"/>
      <ns1:txMk cp="43" len="6"/>
    </ns1:txMkLst>
    <ns0:pos x="9906000" y="1143000"/>
    <ns0:txBody>
      <ns3:bodyPr/>
      <ns3:lstStyle/>
      <ns3:p>
        <ns3:r>
          <ns3:t>Todo: 请把“每日 8 点”改为“每小时刷新一次”，并补充“数据最大延迟 15 分钟”?to: 赵六, end_date:20260920</ns3:t>
        </ns3:r>
      </ns3:p>
    </ns0:txBody>
  </ns0:cm>
  <ns0:cm id="0w9yn3" authorId="{52E2FB2C-DDDE-4378-A4D2-97F01DFF13F0}" status="active" created="2026-07-16T17:21:00+08:00">
    <ns1:txMkLst>
      <ns2:docMk/>
      <ns2:sldMk cId="1939507367" sldId="257"/>
      <ns1:spMk id="5" creationId="{78B7B57B-4E73-4584-8ADA-B3F5DBDF87A3}"/>
      <ns1:txMk cp="56" len="12"/>
    </ns1:txMkLst>
    <ns0:pos x="9906000" y="1543050"/>
    <ns0:txBody>
      <ns3:bodyPr/>
      <ns3:lstStyle/>
      <ns3:p>
        <ns3:r>
          <ns3:t>todo：请把模块范围扩展为“成交、留存、工单、毛利、退款”五个模块?to:孙七,end_date:20261005</ns3:t>
        </ns3:r>
      </ns3:p>
    </ns0:txBody>
  </ns0:cm>
</ns0:cmLst>
</file>

<file path=ppt/comments/modernComment2.xml><?xml version="1.0" encoding="utf-8"?>
<ns0:cmLst xmlns:ns0="http://schemas.microsoft.com/office/powerpoint/2018/8/main" xmlns:ns1="http://schemas.microsoft.com/office/drawing/2013/main/command" xmlns:ns2="http://schemas.microsoft.com/office/powerpoint/2013/main/command" xmlns:ns3="http://schemas.openxmlformats.org/drawingml/2006/main">
  <ns0:cm id="57stl4" authorId="{394A8B61-E8B5-4D2B-8EAF-0BEC5F54EC5C}" status="active" created="2026-07-17T17:22:00+08:00">
    <ns1:deMkLst>
      <ns2:docMk/>
      <ns2:sldMk cId="100047920" sldId="258"/>
      <ns1:spMk id="6" creationId="{9E135153-A42B-48DF-AF39-0A3778BC7A4C}"/>
    </ns1:deMkLst>
    <ns0:pos x="9906000" y="1943100"/>
    <ns0:txBody>
      <ns3:bodyPr/>
      <ns3:lstStyle/>
      <ns3:p>
        <ns3:r>
          <ns3:t>请把毛利和退款拆成两行，分别写清指标名称、展示粒度和权限状态</ns3:t>
        </ns3:r>
      </ns3:p>
    </ns0:txBody>
  </ns0:cm>
</ns0:cmLst>
</file>

<file path=ppt/comments/modernComment3.xml><?xml version="1.0" encoding="utf-8"?>
<ns0:cmLst xmlns:ns0="http://schemas.microsoft.com/office/powerpoint/2018/8/main" xmlns:ns1="http://schemas.microsoft.com/office/drawing/2013/main/command" xmlns:ns2="http://schemas.microsoft.com/office/powerpoint/2013/main/command" xmlns:ns3="http://schemas.openxmlformats.org/drawingml/2006/main">
  <ns0:cm id="lxctbd" authorId="{19978CA4-D904-4819-A35D-269C354A7591}" status="active" created="2026-07-18T17:23:00+08:00">
    <ns1:txMkLst>
      <ns2:docMk/>
      <ns2:sldMk cId="1278830964" sldId="259"/>
      <ns1:spMk id="5" creationId="{B19B02E6-14CD-4C6F-9FEC-83A42B1DDF16}"/>
      <ns1:txMk cp="37" len="14"/>
    </ns1:txMkLst>
    <ns0:pos x="9906000" y="2343150"/>
    <ns0:txBody>
      <ns3:bodyPr/>
      <ns3:lstStyle/>
      <ns3:p>
        <ns3:r>
          <ns3:t>todo: 请补充三类角色权限: 区域经理看所属区域、城市经理看所属城市、普通员工只看本人相关数据?to:钱一,end_date:20261008</ns3:t>
        </ns3:r>
      </ns3:p>
    </ns0:txBody>
  </ns0:cm>
</ns0:cmLst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d137be40564d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5162fe2f134b78" /><Relationship Type="http://schemas.openxmlformats.org/officeDocument/2006/relationships/notesMaster" Target="/ppt/notesMasters/notesMaster1.xml" Id="Rcb42b28bdef040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e9cbcfe7fc4660" /><Relationship Type="http://schemas.openxmlformats.org/officeDocument/2006/relationships/notesMaster" Target="/ppt/notesMasters/notesMaster1.xml" Id="R35972ebc680e4e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022ba8ed064888" /><Relationship Type="http://schemas.openxmlformats.org/officeDocument/2006/relationships/notesMaster" Target="/ppt/notesMasters/notesMaster1.xml" Id="Ra8137e2da6494a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32fa87d7c2469d" /><Relationship Type="http://schemas.openxmlformats.org/officeDocument/2006/relationships/notesMaster" Target="/ppt/notesMasters/notesMaster1.xml" Id="R717e0163722948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9dc04f8c6248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624d1c5e0f4e96" /><Relationship Type="http://schemas.openxmlformats.org/officeDocument/2006/relationships/slideLayout" Target="/ppt/slideLayouts/slideLayout1.xml" Id="R12b3ef5b6b8a4d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b3ef5b6b8a4d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d43d7b4994694" /><Relationship Type="http://schemas.openxmlformats.org/officeDocument/2006/relationships/notesSlide" Target="/ppt/notesSlides/notesSlide1.xml" Id="R99cb1b5d554041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f8880866943f0" /><Relationship Type="http://schemas.openxmlformats.org/officeDocument/2006/relationships/notesSlide" Target="/ppt/notesSlides/notesSlide2.xml" Id="R1bbccb0fe4d64ebf" /><Relationship Type="http://schemas.microsoft.com/office/2018/10/relationships/comments" Target="/ppt/comments/modernComment.xml" Id="R2151b01ce37241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b331656e74790" /><Relationship Type="http://schemas.openxmlformats.org/officeDocument/2006/relationships/notesSlide" Target="/ppt/notesSlides/notesSlide3.xml" Id="R2b5ec0ea671449e0" /><Relationship Type="http://schemas.microsoft.com/office/2018/10/relationships/comments" Target="/ppt/comments/modernComment2.xml" Id="R884ab25936884a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246d47b99468c" /><Relationship Type="http://schemas.openxmlformats.org/officeDocument/2006/relationships/notesSlide" Target="/ppt/notesSlides/notesSlide4.xml" Id="R39669d236de5442a" /><Relationship Type="http://schemas.microsoft.com/office/2018/10/relationships/comments" Target="/ppt/comments/modernComment3.xml" Id="Ref18b15f7f1648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7FF88BC0-F113-4CEB-A04C-FC209A1B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商业产品部 | 需求评审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3050B37-9183-4A0B-B0E3-402547D1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81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</a:defRPr>
            </a:pPr>
            <a:r>
              <a:rPr sz="3900" b="1">
                <a:solidFill>
                  <a:srgbClr val="111111"/>
                </a:solidFill>
              </a:rPr>
              <a:t>经营看板一期需要先统一指标口径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A74A079-CEBD-4BA3-B4DA-8D35F5BE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368"/>
                </a:solidFill>
              </a:defRPr>
            </a:pPr>
            <a:r>
              <a:rPr sz="1800" b="0">
                <a:solidFill>
                  <a:srgbClr val="5F6368"/>
                </a:solidFill>
              </a:rPr>
              <a:t>本材料用于确认成交、留存、工单和权限方案。</a:t>
            </a:r>
          </a:p>
        </p:txBody>
      </p:sp>
      <p:sp>
        <p:nvSpPr>
          <p:cNvPr id="4" name="cover-meta-panel">
            <a:extLst xmlns:a="http://schemas.openxmlformats.org/drawingml/2006/main">
              <a:ext uri="{FF2B5EF4-FFF2-40B4-BE49-F238E27FC236}">
                <a16:creationId xmlns:a16="http://schemas.microsoft.com/office/drawing/2014/main" id="{03266C7E-123D-4334-92B6-65870306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52550"/>
            <a:ext cx="30289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cover-meta">
            <a:extLst xmlns:a="http://schemas.openxmlformats.org/drawingml/2006/main">
              <a:ext uri="{FF2B5EF4-FFF2-40B4-BE49-F238E27FC236}">
                <a16:creationId xmlns:a16="http://schemas.microsoft.com/office/drawing/2014/main" id="{8D5E43E9-E3E6-45CD-BBBD-DB39E0D7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38300"/>
            <a:ext cx="25336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部门: 商业产品部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版本: V1.1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日期: 2026-07-14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范围: 经营分析看板一期</a:t>
            </a:r>
          </a:p>
        </p:txBody>
      </p:sp>
      <p:sp>
        <p:nvSpPr>
          <p:cNvPr id="6" name="page-1">
            <a:extLst xmlns:a="http://schemas.openxmlformats.org/drawingml/2006/main">
              <a:ext uri="{FF2B5EF4-FFF2-40B4-BE49-F238E27FC236}">
                <a16:creationId xmlns:a16="http://schemas.microsoft.com/office/drawing/2014/main" id="{3F590C3A-0833-422D-B97C-1FB3E316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497307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2">
            <a:extLst xmlns:a="http://schemas.openxmlformats.org/drawingml/2006/main">
              <a:ext uri="{FF2B5EF4-FFF2-40B4-BE49-F238E27FC236}">
                <a16:creationId xmlns:a16="http://schemas.microsoft.com/office/drawing/2014/main" id="{FB58DD42-D1FD-420E-B69F-4D96978B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现状判断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6091F43D-3D70-406D-BF8C-1C71DBC2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跨系统汇总让一线管理耗时且口径不稳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8FBC8C55-7F1A-4C29-8868-EF51D71F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16FE7F0B-3588-4741-B7A1-EA9EF821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02</a:t>
            </a:r>
          </a:p>
        </p:txBody>
      </p:sp>
      <p:sp>
        <p:nvSpPr>
          <p:cNvPr id="5" name="situation-body">
            <a:extLst xmlns:a="http://schemas.openxmlformats.org/drawingml/2006/main">
              <a:ext uri="{FF2B5EF4-FFF2-40B4-BE49-F238E27FC236}">
                <a16:creationId xmlns:a16="http://schemas.microsoft.com/office/drawing/2014/main" id="{78B7B57B-4E73-4584-8ADA-B3F5DBDF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57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目前管理人员每天需要在 CRM、工单系统和财务日报之间手工合并数据。指标刷新频率暂定为每日 8 点，需求范围包含成交、留存、工单三个模块，权限说明仅写了管理员可查看全部数据。</a:t>
            </a:r>
          </a:p>
        </p:txBody>
      </p:sp>
      <p:sp>
        <p:nvSpPr>
          <p:cNvPr id="6" name="kpi-手工汇总">
            <a:extLst xmlns:a="http://schemas.openxmlformats.org/drawingml/2006/main">
              <a:ext uri="{FF2B5EF4-FFF2-40B4-BE49-F238E27FC236}">
                <a16:creationId xmlns:a16="http://schemas.microsoft.com/office/drawing/2014/main" id="{4F5786A2-B270-4842-AB2E-E767A6EC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19250"/>
            <a:ext cx="2343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kpi-label-手工汇总">
            <a:extLst xmlns:a="http://schemas.openxmlformats.org/drawingml/2006/main">
              <a:ext uri="{FF2B5EF4-FFF2-40B4-BE49-F238E27FC236}">
                <a16:creationId xmlns:a16="http://schemas.microsoft.com/office/drawing/2014/main" id="{4241A8D1-24BE-497F-B1CA-5C921764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716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手工汇总</a:t>
            </a:r>
          </a:p>
        </p:txBody>
      </p:sp>
      <p:sp>
        <p:nvSpPr>
          <p:cNvPr id="8" name="kpi-value-手工汇总">
            <a:extLst xmlns:a="http://schemas.openxmlformats.org/drawingml/2006/main">
              <a:ext uri="{FF2B5EF4-FFF2-40B4-BE49-F238E27FC236}">
                <a16:creationId xmlns:a16="http://schemas.microsoft.com/office/drawing/2014/main" id="{F143FD40-1651-4CB1-A94F-A5A9A042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383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40 分钟/天</a:t>
            </a:r>
          </a:p>
        </p:txBody>
      </p:sp>
      <p:sp>
        <p:nvSpPr>
          <p:cNvPr id="9" name="kpi-note-手工汇总">
            <a:extLst xmlns:a="http://schemas.openxmlformats.org/drawingml/2006/main">
              <a:ext uri="{FF2B5EF4-FFF2-40B4-BE49-F238E27FC236}">
                <a16:creationId xmlns:a16="http://schemas.microsoft.com/office/drawing/2014/main" id="{FBDDDD5B-13C9-4950-AA9A-F7A971C7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193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门店经理反馈</a:t>
            </a:r>
          </a:p>
        </p:txBody>
      </p:sp>
      <p:sp>
        <p:nvSpPr>
          <p:cNvPr id="10" name="kpi-一期模块">
            <a:extLst xmlns:a="http://schemas.openxmlformats.org/drawingml/2006/main">
              <a:ext uri="{FF2B5EF4-FFF2-40B4-BE49-F238E27FC236}">
                <a16:creationId xmlns:a16="http://schemas.microsoft.com/office/drawing/2014/main" id="{3EC37C40-B384-4857-9391-1030551E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76550"/>
            <a:ext cx="2343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kpi-label-一期模块">
            <a:extLst xmlns:a="http://schemas.openxmlformats.org/drawingml/2006/main">
              <a:ext uri="{FF2B5EF4-FFF2-40B4-BE49-F238E27FC236}">
                <a16:creationId xmlns:a16="http://schemas.microsoft.com/office/drawing/2014/main" id="{35E53B2E-A0F3-4598-BB9A-DFB1B50A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289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一期模块</a:t>
            </a:r>
          </a:p>
        </p:txBody>
      </p:sp>
      <p:sp>
        <p:nvSpPr>
          <p:cNvPr id="12" name="kpi-value-一期模块">
            <a:extLst xmlns:a="http://schemas.openxmlformats.org/drawingml/2006/main">
              <a:ext uri="{FF2B5EF4-FFF2-40B4-BE49-F238E27FC236}">
                <a16:creationId xmlns:a16="http://schemas.microsoft.com/office/drawing/2014/main" id="{C8BBFEC2-8636-43AD-B7FC-EB517ADA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956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3 个</a:t>
            </a:r>
          </a:p>
        </p:txBody>
      </p:sp>
      <p:sp>
        <p:nvSpPr>
          <p:cNvPr id="13" name="kpi-note-一期模块">
            <a:extLst xmlns:a="http://schemas.openxmlformats.org/drawingml/2006/main">
              <a:ext uri="{FF2B5EF4-FFF2-40B4-BE49-F238E27FC236}">
                <a16:creationId xmlns:a16="http://schemas.microsoft.com/office/drawing/2014/main" id="{54C587A5-998A-4819-B620-69EC4BC8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76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成交/留存/工单</a:t>
            </a:r>
          </a:p>
        </p:txBody>
      </p:sp>
      <p:sp>
        <p:nvSpPr>
          <p:cNvPr id="14" name="kpi-刷新频率">
            <a:extLst xmlns:a="http://schemas.openxmlformats.org/drawingml/2006/main">
              <a:ext uri="{FF2B5EF4-FFF2-40B4-BE49-F238E27FC236}">
                <a16:creationId xmlns:a16="http://schemas.microsoft.com/office/drawing/2014/main" id="{FF84F344-4E19-4A81-8E6D-C137F064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33850"/>
            <a:ext cx="2343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kpi-label-刷新频率">
            <a:extLst xmlns:a="http://schemas.openxmlformats.org/drawingml/2006/main">
              <a:ext uri="{FF2B5EF4-FFF2-40B4-BE49-F238E27FC236}">
                <a16:creationId xmlns:a16="http://schemas.microsoft.com/office/drawing/2014/main" id="{4C3E91EC-C809-4287-AFFA-0EF88E30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862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刷新频率</a:t>
            </a:r>
          </a:p>
        </p:txBody>
      </p:sp>
      <p:sp>
        <p:nvSpPr>
          <p:cNvPr id="16" name="kpi-value-刷新频率">
            <a:extLst xmlns:a="http://schemas.openxmlformats.org/drawingml/2006/main">
              <a:ext uri="{FF2B5EF4-FFF2-40B4-BE49-F238E27FC236}">
                <a16:creationId xmlns:a16="http://schemas.microsoft.com/office/drawing/2014/main" id="{D80038E0-9A8F-47FF-96FA-5BD8421C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52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每日 8 点</a:t>
            </a:r>
          </a:p>
        </p:txBody>
      </p:sp>
      <p:sp>
        <p:nvSpPr>
          <p:cNvPr id="17" name="kpi-note-刷新频率">
            <a:extLst xmlns:a="http://schemas.openxmlformats.org/drawingml/2006/main">
              <a:ext uri="{FF2B5EF4-FFF2-40B4-BE49-F238E27FC236}">
                <a16:creationId xmlns:a16="http://schemas.microsoft.com/office/drawing/2014/main" id="{E73DDD70-28B9-4F81-A981-12AF1710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339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待调整</a:t>
            </a:r>
          </a:p>
        </p:txBody>
      </p:sp>
    </p:spTree>
    <p:extLst>
      <p:ext uri="{BB962C8B-B14F-4D97-AF65-F5344CB8AC3E}">
        <p14:creationId xmlns:p14="http://schemas.microsoft.com/office/powerpoint/2010/main" val="1939507367"/>
      </p:ext>
    </p:extLst>
  </p:cSld>
  <p:extLst>
    <p:ext uri="{6950BFC3-D8DA-4A85-94F7-54DA5524770B}">
      <p188:commentRel xmlns:r="http://schemas.openxmlformats.org/officeDocument/2006/relationships" xmlns:p188="http://schemas.microsoft.com/office/powerpoint/2018/8/main" r:id="R2151b01ce37241e2"/>
    </p:ext>
  </p:extLst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3">
            <a:extLst xmlns:a="http://schemas.openxmlformats.org/drawingml/2006/main">
              <a:ext uri="{FF2B5EF4-FFF2-40B4-BE49-F238E27FC236}">
                <a16:creationId xmlns:a16="http://schemas.microsoft.com/office/drawing/2014/main" id="{896595A9-32FA-4C73-970D-ACC8D276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证据与口径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769872A8-5F69-4ABE-8FAB-244EC760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模块和权限要同时补齐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A970BF02-F6B5-4261-85E6-D9E41425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04FB43BE-8AE9-4AFF-AC96-920DFA05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03</a:t>
            </a:r>
          </a:p>
        </p:txBody>
      </p:sp>
      <p:sp>
        <p:nvSpPr>
          <p:cNvPr id="5" name="evidence-table-caption">
            <a:extLst xmlns:a="http://schemas.openxmlformats.org/drawingml/2006/main">
              <a:ext uri="{FF2B5EF4-FFF2-40B4-BE49-F238E27FC236}">
                <a16:creationId xmlns:a16="http://schemas.microsoft.com/office/drawing/2014/main" id="{39C5F894-F13D-4B40-855C-36F97E2F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指标与权限梳理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2647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43200"/>
                <a:gridCol w="2743200"/>
                <a:gridCol w="2743200"/>
                <a:gridCol w="2743200"/>
              </a:tblGrid>
              <a:tr h="52959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</a:rPr>
                        <a:t>模块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</a:rPr>
                        <a:t>展示粒度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</a:rPr>
                        <a:t>权限状态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</a:tr>
              <a:tr h="52959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成交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GMV、订单数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日/周/月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已定义</a:t>
                      </a:r>
                    </a:p>
                  </a:txBody>
                  <a:tcPr marL="91440" marR="91440" marT="45720" marB="45720"/>
                </a:tc>
              </a:tr>
              <a:tr h="52959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留存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次月留存率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城市/门店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已定义</a:t>
                      </a:r>
                    </a:p>
                  </a:txBody>
                  <a:tcPr marL="91440" marR="91440" marT="45720" marB="45720"/>
                </a:tc>
              </a:tr>
              <a:tr h="52959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工单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首次响应时长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服务团队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已定义</a:t>
                      </a:r>
                    </a:p>
                  </a:txBody>
                  <a:tcPr marL="91440" marR="91440" marT="45720" marB="45720"/>
                </a:tc>
              </a:tr>
              <a:tr h="52959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毛利/退款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暂无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暂无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待补充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47920"/>
      </p:ext>
    </p:extLst>
  </p:cSld>
  <p:extLst>
    <p:ext uri="{6950BFC3-D8DA-4A85-94F7-54DA5524770B}">
      <p188:commentRel xmlns:r="http://schemas.openxmlformats.org/officeDocument/2006/relationships" xmlns:p188="http://schemas.microsoft.com/office/powerpoint/2018/8/main" r:id="R884ab25936884a6b"/>
    </p:ext>
  </p:extLst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4">
            <a:extLst xmlns:a="http://schemas.openxmlformats.org/drawingml/2006/main">
              <a:ext uri="{FF2B5EF4-FFF2-40B4-BE49-F238E27FC236}">
                <a16:creationId xmlns:a16="http://schemas.microsoft.com/office/drawing/2014/main" id="{78CF53E9-B7D3-4DBF-9B01-7277F1E2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行动计划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734DF7F0-34F2-4940-AC5E-DC020B7A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看板上线前要解决两类歧义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99FAF748-6B39-4530-8300-E3FC3AA2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28354FBA-215F-4B3F-B9D9-C5AAD17B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04</a:t>
            </a:r>
          </a:p>
        </p:txBody>
      </p:sp>
      <p:sp>
        <p:nvSpPr>
          <p:cNvPr id="5" name="action-left">
            <a:extLst xmlns:a="http://schemas.openxmlformats.org/drawingml/2006/main">
              <a:ext uri="{FF2B5EF4-FFF2-40B4-BE49-F238E27FC236}">
                <a16:creationId xmlns:a16="http://schemas.microsoft.com/office/drawing/2014/main" id="{B19B02E6-14CD-4C6F-9FEC-83A42B1D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953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第一类是指标口径歧义，包括刷新频率、延迟和退款口径；第二类是权限歧义，包括区域经理、城市经理和普通员工的数据范围。</a:t>
            </a:r>
          </a:p>
        </p:txBody>
      </p:sp>
      <p:sp>
        <p:nvSpPr>
          <p:cNvPr id="6" name="action-panel">
            <a:extLst xmlns:a="http://schemas.openxmlformats.org/drawingml/2006/main">
              <a:ext uri="{FF2B5EF4-FFF2-40B4-BE49-F238E27FC236}">
                <a16:creationId xmlns:a16="http://schemas.microsoft.com/office/drawing/2014/main" id="{0940BF0A-DF24-4B22-A310-98024599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95450"/>
            <a:ext cx="4819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action-right">
            <a:extLst xmlns:a="http://schemas.openxmlformats.org/drawingml/2006/main">
              <a:ext uri="{FF2B5EF4-FFF2-40B4-BE49-F238E27FC236}">
                <a16:creationId xmlns:a16="http://schemas.microsoft.com/office/drawing/2014/main" id="{91E2CF83-00B6-4F37-A5D4-6B17FB58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19300"/>
            <a:ext cx="41719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建议本轮评审先锁定模块范围，再由数据开发补齐指标 SQL 和字段血缘说明。</a:t>
            </a:r>
          </a:p>
        </p:txBody>
      </p:sp>
    </p:spTree>
    <p:extLst>
      <p:ext uri="{BB962C8B-B14F-4D97-AF65-F5344CB8AC3E}">
        <p14:creationId xmlns:p14="http://schemas.microsoft.com/office/powerpoint/2010/main" val="1278830964"/>
      </p:ext>
    </p:extLst>
  </p:cSld>
  <p:extLst>
    <p:ext uri="{6950BFC3-D8DA-4A85-94F7-54DA5524770B}">
      <p188:commentRel xmlns:r="http://schemas.openxmlformats.org/officeDocument/2006/relationships" xmlns:p188="http://schemas.microsoft.com/office/powerpoint/2018/8/main" r:id="Ref18b15f7f1648b3"/>
    </p:ext>
  </p:extLs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2026-07-14T07:58:15.1530000Z</dcterms:created>
  <dcterms:modified xsi:type="dcterms:W3CDTF">2026-07-14T07:58:15.1530000Z</dcterms:modified>
</coreProperties>
</file>