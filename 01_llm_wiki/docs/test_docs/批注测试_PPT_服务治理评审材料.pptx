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comments/modernComment.xml" ContentType="application/vnd.ms-powerpoint.comment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comments/modernComment2.xml" ContentType="application/vnd.ms-powerpoint.comments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ce1fe414e74da4" /><Relationship Type="http://schemas.openxmlformats.org/officeDocument/2006/relationships/extended-properties" Target="/docProps/app.xml" Id="R25e93f58e7e84629" /><Relationship Type="http://schemas.openxmlformats.org/officeDocument/2006/relationships/officeDocument" Target="/ppt/presentation.xml" Id="Redd241cffb154b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2cc6ea965f4c03"/>
  </p:sldMasterIdLst>
  <p:notesMasterIdLst>
    <p:notesMasterId xmlns:r="http://schemas.openxmlformats.org/officeDocument/2006/relationships" r:id="Rdd711ea099b24674"/>
  </p:notesMasterIdLst>
  <p:sldIdLst>
    <p:sldId xmlns:r="http://schemas.openxmlformats.org/officeDocument/2006/relationships" id="256" r:id="R86d8b89482184e14"/>
    <p:sldId xmlns:r="http://schemas.openxmlformats.org/officeDocument/2006/relationships" id="257" r:id="R9ae95c0ae6a04aba"/>
    <p:sldId xmlns:r="http://schemas.openxmlformats.org/officeDocument/2006/relationships" id="258" r:id="R8ccaf3f44ea1439e"/>
    <p:sldId xmlns:r="http://schemas.openxmlformats.org/officeDocument/2006/relationships" id="259" r:id="R7114f5f209da471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p188="http://schemas.microsoft.com/office/powerpoint/2018/8/main">
  <p188:author id="{5A1F54B3-C6CB-4A05-951D-65DA1168DAD0}" name="业务审阅人" initials="审"/>
  <p188:author id="{8828FA28-A52B-4354-A92A-4ED16093D8F0}" name="张三" initials="张"/>
  <p188:author id="{E435EA0B-3AB0-4E6E-AF09-556E09E658B4}" name="李四" initials="李"/>
  <p188:author id="{C45D77AD-FFF1-4B93-90A5-BB65E937B097}" name="王五" initials="王"/>
  <p188:author id="{148B8054-4F85-441C-8AED-C72012045B99}" name="赵六" initials="赵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fead695b5145da" /><Relationship Type="http://schemas.openxmlformats.org/officeDocument/2006/relationships/slideMaster" Target="/ppt/slideMasters/slideMaster1.xml" Id="Ra42cc6ea965f4c03" /><Relationship Type="http://schemas.openxmlformats.org/officeDocument/2006/relationships/notesMaster" Target="/ppt/notesMasters/notesMaster1.xml" Id="Rdd711ea099b24674" /><Relationship Type="http://schemas.openxmlformats.org/officeDocument/2006/relationships/presProps" Target="/ppt/presProps.xml" Id="Rfc6ab79d45784f87" /><Relationship Type="http://schemas.openxmlformats.org/officeDocument/2006/relationships/tableStyles" Target="/ppt/tableStyles.xml" Id="R6437c47f76f2426a" /><Relationship Type="http://schemas.microsoft.com/office/2018/10/relationships/authors" Target="/ppt/authors.xml" Id="Rbf464580883b44a1" /><Relationship Type="http://schemas.openxmlformats.org/officeDocument/2006/relationships/slide" Target="/ppt/slides/slide1.xml" Id="R86d8b89482184e14" /><Relationship Type="http://schemas.openxmlformats.org/officeDocument/2006/relationships/slide" Target="/ppt/slides/slide2.xml" Id="R9ae95c0ae6a04aba" /><Relationship Type="http://schemas.openxmlformats.org/officeDocument/2006/relationships/slide" Target="/ppt/slides/slide3.xml" Id="R8ccaf3f44ea1439e" /><Relationship Type="http://schemas.openxmlformats.org/officeDocument/2006/relationships/slide" Target="/ppt/slides/slide4.xml" Id="R7114f5f209da471d" /></Relationships>
</file>

<file path=ppt/comments/modernComment.xml><?xml version="1.0" encoding="utf-8"?>
<ns0:cmLst xmlns:ns0="http://schemas.microsoft.com/office/powerpoint/2018/8/main" xmlns:ns1="http://schemas.microsoft.com/office/drawing/2013/main/command" xmlns:ns2="http://schemas.microsoft.com/office/powerpoint/2013/main/command" xmlns:ns3="http://schemas.openxmlformats.org/drawingml/2006/main">
  <ns0:cm id="pojg1d" authorId="{8828FA28-A52B-4354-A92A-4ED16093D8F0}" status="active" created="2026-07-16T17:20:00+08:00">
    <ns1:txMkLst>
      <ns2:docMk/>
      <ns2:sldMk cId="1531627678" sldId="257"/>
      <ns1:spMk id="5" creationId="{2EA4C57D-07F8-406C-96FD-CBA903A298C6}"/>
      <ns1:txMk cp="42" len="13"/>
    </ns1:txMkLst>
    <ns0:pos x="9906000" y="1143000"/>
    <ns0:txBody>
      <ns3:bodyPr/>
      <ns3:lstStyle/>
      <ns3:p>
        <ns3:r>
          <ns3:t>TODO：请在本页补充核心链路/非核心链路两类熔断阈值，至少包含超时阈值、失败率阈值、恢复时间</ns3:t>
        </ns3:r>
      </ns3:p>
    </ns0:txBody>
  </ns0:cm>
  <ns0:cm id="rjwz98" authorId="{E435EA0B-3AB0-4E6E-AF09-556E09E658B4}" status="active" created="2026-07-16T17:21:00+08:00">
    <ns1:txMkLst>
      <ns2:docMk/>
      <ns2:sldMk cId="1531627678" sldId="257"/>
      <ns1:spMk id="5" creationId="{2EA4C57D-07F8-406C-96FD-CBA903A298C6}"/>
      <ns1:txMk cp="56" len="13"/>
    </ns1:txMkLst>
    <ns0:pos x="9906000" y="1543050"/>
    <ns0:txBody>
      <ns3:bodyPr/>
      <ns3:lstStyle/>
      <ns3:p>
        <ns3:r>
          <ns3:t>请补充灰度失败后的回滚责任人、审批人和通知渠道</ns3:t>
        </ns3:r>
      </ns3:p>
    </ns0:txBody>
  </ns0:cm>
  <ns0:cm id="mmdbbh" authorId="{C45D77AD-FFF1-4B93-90A5-BB65E937B097}" status="active" created="2026-07-16T17:22:00+08:00">
    <ns1:txMkLst>
      <ns2:docMk/>
      <ns2:sldMk cId="1531627678" sldId="257"/>
      <ns1:spMk id="5" creationId="{2EA4C57D-07F8-406C-96FD-CBA903A298C6}"/>
      <ns1:txMk cp="80" len="24"/>
    </ns1:txMkLst>
    <ns0:pos x="9906000" y="1943100"/>
    <ns0:txBody>
      <ns3:bodyPr/>
      <ns3:lstStyle/>
      <ns3:p>
        <ns3:r>
          <ns3:t>todo: 请把 traceId 和 TraceID 全部统一为 trace_id?to:王五,end_date:20261030</ns3:t>
        </ns3:r>
      </ns3:p>
    </ns0:txBody>
  </ns0:cm>
</ns0:cmLst>
</file>

<file path=ppt/comments/modernComment2.xml><?xml version="1.0" encoding="utf-8"?>
<ns0:cmLst xmlns:ns0="http://schemas.microsoft.com/office/powerpoint/2018/8/main" xmlns:ns1="http://schemas.microsoft.com/office/drawing/2013/main/command" xmlns:ns2="http://schemas.microsoft.com/office/powerpoint/2013/main/command" xmlns:ns3="http://schemas.openxmlformats.org/drawingml/2006/main">
  <ns0:cm id="9rlbvw" authorId="{148B8054-4F85-441C-8AED-C72012045B99}" status="active" created="2026-07-17T17:23:00+08:00">
    <ns1:deMkLst>
      <ns2:docMk/>
      <ns2:sldMk cId="1367709613" sldId="258"/>
      <ns1:spMk id="6" creationId="{9C84F623-E443-4355-AD42-DF89137A2791}"/>
    </ns1:deMkLst>
    <ns0:pos x="9906000" y="2343150"/>
    <ns0:txBody>
      <ns3:bodyPr/>
      <ns3:lstStyle/>
      <ns3:p>
        <ns3:r>
          <ns3:t>todo: 请在会员服务这一行的改造动作后补充“同步更新日志规范文档”?to:赵六,end_date:20261031</ns3:t>
        </ns3:r>
      </ns3:p>
    </ns0:txBody>
  </ns0:cm>
</ns0:cmLst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bdd05f0eee4a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8ebe26e3874983" /><Relationship Type="http://schemas.openxmlformats.org/officeDocument/2006/relationships/notesMaster" Target="/ppt/notesMasters/notesMaster1.xml" Id="R94b0af6a483148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5066c668e54b99" /><Relationship Type="http://schemas.openxmlformats.org/officeDocument/2006/relationships/notesMaster" Target="/ppt/notesMasters/notesMaster1.xml" Id="Rdf1de403a68b4b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e964471e334055" /><Relationship Type="http://schemas.openxmlformats.org/officeDocument/2006/relationships/notesMaster" Target="/ppt/notesMasters/notesMaster1.xml" Id="R6ebfe3d415754a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cbeb9df0da40e5" /><Relationship Type="http://schemas.openxmlformats.org/officeDocument/2006/relationships/notesMaster" Target="/ppt/notesMasters/notesMaster1.xml" Id="Ra2f1b636e14a4c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3145bb867b47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8dba41aa8a4fd3" /><Relationship Type="http://schemas.openxmlformats.org/officeDocument/2006/relationships/slideLayout" Target="/ppt/slideLayouts/slideLayout1.xml" Id="R1bdd275ff74942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dd275ff74942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1efbe45f44699" /><Relationship Type="http://schemas.openxmlformats.org/officeDocument/2006/relationships/notesSlide" Target="/ppt/notesSlides/notesSlide1.xml" Id="R2976d7ac13e349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6a11239184bd8" /><Relationship Type="http://schemas.openxmlformats.org/officeDocument/2006/relationships/notesSlide" Target="/ppt/notesSlides/notesSlide2.xml" Id="Ra2d495334c2e470c" /><Relationship Type="http://schemas.microsoft.com/office/2018/10/relationships/comments" Target="/ppt/comments/modernComment.xml" Id="R8a1955c14baa40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5c6ebffa84105" /><Relationship Type="http://schemas.openxmlformats.org/officeDocument/2006/relationships/notesSlide" Target="/ppt/notesSlides/notesSlide3.xml" Id="R18140ca309e64b93" /><Relationship Type="http://schemas.microsoft.com/office/2018/10/relationships/comments" Target="/ppt/comments/modernComment2.xml" Id="R4640cf86de9e41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a0fd42fc24040" /><Relationship Type="http://schemas.openxmlformats.org/officeDocument/2006/relationships/notesSlide" Target="/ppt/notesSlides/notesSlide4.xml" Id="Rf7c067b67d874b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1D08B2A-4FD8-40D7-8E10-40A03DA4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平台研发部 | 技术评审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E9C7F5A-4A1A-458F-8081-87DC2CAF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81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核心链路需要分级熔断和可回滚灰度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4EC3178-9EB2-478B-B29B-3529447D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368"/>
                </a:solidFill>
              </a:defRPr>
            </a:pPr>
            <a:r>
              <a:rPr sz="1800" b="0">
                <a:solidFill>
                  <a:srgbClr val="5F6368"/>
                </a:solidFill>
              </a:rPr>
              <a:t>本材料用于评审订单、支付、会员服务治理改造范围。</a:t>
            </a:r>
          </a:p>
        </p:txBody>
      </p:sp>
      <p:sp>
        <p:nvSpPr>
          <p:cNvPr id="4" name="cover-meta-panel">
            <a:extLst xmlns:a="http://schemas.openxmlformats.org/drawingml/2006/main">
              <a:ext uri="{FF2B5EF4-FFF2-40B4-BE49-F238E27FC236}">
                <a16:creationId xmlns:a16="http://schemas.microsoft.com/office/drawing/2014/main" id="{DBC41E5C-9211-494B-A442-54C1A8BC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52550"/>
            <a:ext cx="30289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5B1BC26E-E09E-4A42-9F74-F9905C0F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38300"/>
            <a:ext cx="25336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部门: 平台研发部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版本: V0.9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日期: 2026-07-14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范围: 订单、支付、会员链路</a:t>
            </a:r>
          </a:p>
        </p:txBody>
      </p:sp>
      <p:sp>
        <p:nvSpPr>
          <p:cNvPr id="6" name="page-1">
            <a:extLst xmlns:a="http://schemas.openxmlformats.org/drawingml/2006/main">
              <a:ext uri="{FF2B5EF4-FFF2-40B4-BE49-F238E27FC236}">
                <a16:creationId xmlns:a16="http://schemas.microsoft.com/office/drawing/2014/main" id="{88DDB0B9-528F-4760-9489-04122D0C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743312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2">
            <a:extLst xmlns:a="http://schemas.openxmlformats.org/drawingml/2006/main">
              <a:ext uri="{FF2B5EF4-FFF2-40B4-BE49-F238E27FC236}">
                <a16:creationId xmlns:a16="http://schemas.microsoft.com/office/drawing/2014/main" id="{0A6347D7-B04D-4153-9885-BD436D63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现状判断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BE6DE71C-501D-4502-A8E0-42845175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统一阈值无法覆盖不同链路的风险差异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9489293F-3287-4DA9-ABB0-9E3B931F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9ACB950E-1A06-4797-8294-E64AB031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02</a:t>
            </a:r>
          </a:p>
        </p:txBody>
      </p:sp>
      <p:sp>
        <p:nvSpPr>
          <p:cNvPr id="5" name="situation-body">
            <a:extLst xmlns:a="http://schemas.openxmlformats.org/drawingml/2006/main">
              <a:ext uri="{FF2B5EF4-FFF2-40B4-BE49-F238E27FC236}">
                <a16:creationId xmlns:a16="http://schemas.microsoft.com/office/drawing/2014/main" id="{2EA4C57D-07F8-406C-96FD-CBA903A2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57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过去两个版本中订单链路发生 3 次依赖超时。当前方案把熔断策略描述为按接口统一阈值，未区分核心链路与非核心链路。灰度发布步骤缺少回滚责任人，日志字段也同时出现 traceId、trace_id、TraceID。</a:t>
            </a:r>
          </a:p>
        </p:txBody>
      </p:sp>
      <p:sp>
        <p:nvSpPr>
          <p:cNvPr id="6" name="kpi-依赖超时">
            <a:extLst xmlns:a="http://schemas.openxmlformats.org/drawingml/2006/main">
              <a:ext uri="{FF2B5EF4-FFF2-40B4-BE49-F238E27FC236}">
                <a16:creationId xmlns:a16="http://schemas.microsoft.com/office/drawing/2014/main" id="{02F31FAE-CEE7-4566-8B4E-F83FE930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19250"/>
            <a:ext cx="2343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kpi-label-依赖超时">
            <a:extLst xmlns:a="http://schemas.openxmlformats.org/drawingml/2006/main">
              <a:ext uri="{FF2B5EF4-FFF2-40B4-BE49-F238E27FC236}">
                <a16:creationId xmlns:a16="http://schemas.microsoft.com/office/drawing/2014/main" id="{66EF8EBD-0F77-4593-844F-060CF2EE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71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依赖超时</a:t>
            </a:r>
          </a:p>
        </p:txBody>
      </p:sp>
      <p:sp>
        <p:nvSpPr>
          <p:cNvPr id="8" name="kpi-value-依赖超时">
            <a:extLst xmlns:a="http://schemas.openxmlformats.org/drawingml/2006/main">
              <a:ext uri="{FF2B5EF4-FFF2-40B4-BE49-F238E27FC236}">
                <a16:creationId xmlns:a16="http://schemas.microsoft.com/office/drawing/2014/main" id="{A0E288B2-4D1D-440C-AC96-4C3C2016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3 次</a:t>
            </a:r>
          </a:p>
        </p:txBody>
      </p:sp>
      <p:sp>
        <p:nvSpPr>
          <p:cNvPr id="9" name="kpi-note-依赖超时">
            <a:extLst xmlns:a="http://schemas.openxmlformats.org/drawingml/2006/main">
              <a:ext uri="{FF2B5EF4-FFF2-40B4-BE49-F238E27FC236}">
                <a16:creationId xmlns:a16="http://schemas.microsoft.com/office/drawing/2014/main" id="{79A6B36C-E990-4B26-A03A-9F1C3DD6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193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近两个版本</a:t>
            </a:r>
          </a:p>
        </p:txBody>
      </p:sp>
      <p:sp>
        <p:nvSpPr>
          <p:cNvPr id="10" name="kpi-回滚演练">
            <a:extLst xmlns:a="http://schemas.openxmlformats.org/drawingml/2006/main">
              <a:ext uri="{FF2B5EF4-FFF2-40B4-BE49-F238E27FC236}">
                <a16:creationId xmlns:a16="http://schemas.microsoft.com/office/drawing/2014/main" id="{902F1F63-E3EF-4C3E-8C40-DFAF17A2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76550"/>
            <a:ext cx="2343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kpi-label-回滚演练">
            <a:extLst xmlns:a="http://schemas.openxmlformats.org/drawingml/2006/main">
              <a:ext uri="{FF2B5EF4-FFF2-40B4-BE49-F238E27FC236}">
                <a16:creationId xmlns:a16="http://schemas.microsoft.com/office/drawing/2014/main" id="{FD22CBE6-6707-48CA-A5AB-125CFA52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28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回滚演练</a:t>
            </a:r>
          </a:p>
        </p:txBody>
      </p:sp>
      <p:sp>
        <p:nvSpPr>
          <p:cNvPr id="12" name="kpi-value-回滚演练">
            <a:extLst xmlns:a="http://schemas.openxmlformats.org/drawingml/2006/main">
              <a:ext uri="{FF2B5EF4-FFF2-40B4-BE49-F238E27FC236}">
                <a16:creationId xmlns:a16="http://schemas.microsoft.com/office/drawing/2014/main" id="{9D5F0B16-E707-4787-9F92-13939E3F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956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 次</a:t>
            </a:r>
          </a:p>
        </p:txBody>
      </p:sp>
      <p:sp>
        <p:nvSpPr>
          <p:cNvPr id="13" name="kpi-note-回滚演练">
            <a:extLst xmlns:a="http://schemas.openxmlformats.org/drawingml/2006/main">
              <a:ext uri="{FF2B5EF4-FFF2-40B4-BE49-F238E27FC236}">
                <a16:creationId xmlns:a16="http://schemas.microsoft.com/office/drawing/2014/main" id="{B21F8DD9-2096-44D6-89B8-E3631FE4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76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待补充</a:t>
            </a:r>
          </a:p>
        </p:txBody>
      </p:sp>
      <p:sp>
        <p:nvSpPr>
          <p:cNvPr id="14" name="kpi-日志字段">
            <a:extLst xmlns:a="http://schemas.openxmlformats.org/drawingml/2006/main">
              <a:ext uri="{FF2B5EF4-FFF2-40B4-BE49-F238E27FC236}">
                <a16:creationId xmlns:a16="http://schemas.microsoft.com/office/drawing/2014/main" id="{3988D0FB-514F-42DE-810C-254B18E2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33850"/>
            <a:ext cx="2343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kpi-label-日志字段">
            <a:extLst xmlns:a="http://schemas.openxmlformats.org/drawingml/2006/main">
              <a:ext uri="{FF2B5EF4-FFF2-40B4-BE49-F238E27FC236}">
                <a16:creationId xmlns:a16="http://schemas.microsoft.com/office/drawing/2014/main" id="{3F002B83-4269-4469-8A10-A46374EB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862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日志字段</a:t>
            </a:r>
          </a:p>
        </p:txBody>
      </p:sp>
      <p:sp>
        <p:nvSpPr>
          <p:cNvPr id="16" name="kpi-value-日志字段">
            <a:extLst xmlns:a="http://schemas.openxmlformats.org/drawingml/2006/main">
              <a:ext uri="{FF2B5EF4-FFF2-40B4-BE49-F238E27FC236}">
                <a16:creationId xmlns:a16="http://schemas.microsoft.com/office/drawing/2014/main" id="{FB2E81CF-7679-46F2-ABDC-B0F646B4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52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3 种</a:t>
            </a:r>
          </a:p>
        </p:txBody>
      </p:sp>
      <p:sp>
        <p:nvSpPr>
          <p:cNvPr id="17" name="kpi-note-日志字段">
            <a:extLst xmlns:a="http://schemas.openxmlformats.org/drawingml/2006/main">
              <a:ext uri="{FF2B5EF4-FFF2-40B4-BE49-F238E27FC236}">
                <a16:creationId xmlns:a16="http://schemas.microsoft.com/office/drawing/2014/main" id="{EE5A1205-E1A3-47A4-BC30-A3407414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33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命名不一致</a:t>
            </a:r>
          </a:p>
        </p:txBody>
      </p:sp>
    </p:spTree>
    <p:extLst>
      <p:ext uri="{BB962C8B-B14F-4D97-AF65-F5344CB8AC3E}">
        <p14:creationId xmlns:p14="http://schemas.microsoft.com/office/powerpoint/2010/main" val="1531627678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8a1955c14baa4040"/>
    </p:ext>
  </p:extLst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3">
            <a:extLst xmlns:a="http://schemas.openxmlformats.org/drawingml/2006/main">
              <a:ext uri="{FF2B5EF4-FFF2-40B4-BE49-F238E27FC236}">
                <a16:creationId xmlns:a16="http://schemas.microsoft.com/office/drawing/2014/main" id="{32BF02A9-7EE9-40D0-8546-2611314E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证据与口径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DF1211F-6E0C-4BEC-BEDA-9EF06A21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治理范围要把技术动作落到模块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DEE43C38-7349-4FC6-B70B-C5FD924F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75C4E25A-91CC-4095-B5A5-CA6B0C83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5" name="evidence-table-caption">
            <a:extLst xmlns:a="http://schemas.openxmlformats.org/drawingml/2006/main">
              <a:ext uri="{FF2B5EF4-FFF2-40B4-BE49-F238E27FC236}">
                <a16:creationId xmlns:a16="http://schemas.microsoft.com/office/drawing/2014/main" id="{5975991E-59DC-4718-B159-D87CA773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服务治理改造矩阵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21526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43200"/>
                <a:gridCol w="2743200"/>
                <a:gridCol w="2743200"/>
                <a:gridCol w="2743200"/>
              </a:tblGrid>
              <a:tr h="53816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</a:rPr>
                        <a:t>模块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</a:rPr>
                        <a:t>当前问题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</a:rPr>
                        <a:t>改造动作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</a:rPr>
                        <a:t>优先级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订单服务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依赖超时后恢复慢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增加熔断和快速失败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P0</a:t>
                      </a:r>
                    </a:p>
                  </a:txBody>
                  <a:tcPr marL="91440" marR="91440" marT="45720" marB="45720"/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支付网关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灰度状态不可视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增加灰度批次面板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P1</a:t>
                      </a:r>
                    </a:p>
                  </a:txBody>
                  <a:tcPr marL="91440" marR="91440" marT="45720" marB="45720"/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会员服务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日志字段不统一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统一链路追踪字段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7709613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4640cf86de9e41f5"/>
    </p:ext>
  </p:extLst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4">
            <a:extLst xmlns:a="http://schemas.openxmlformats.org/drawingml/2006/main">
              <a:ext uri="{FF2B5EF4-FFF2-40B4-BE49-F238E27FC236}">
                <a16:creationId xmlns:a16="http://schemas.microsoft.com/office/drawing/2014/main" id="{1F146580-CB01-41D9-8A13-28C2C136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行动计划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AE4D03B1-BF09-41E7-9F18-5AB30B1F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评审后先补齐阈值表和回滚链路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B0D54469-8831-45E1-85A7-8A24853D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AAAE7ACB-E908-4530-B25C-0EFA9725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5" name="action-left">
            <a:extLst xmlns:a="http://schemas.openxmlformats.org/drawingml/2006/main">
              <a:ext uri="{FF2B5EF4-FFF2-40B4-BE49-F238E27FC236}">
                <a16:creationId xmlns:a16="http://schemas.microsoft.com/office/drawing/2014/main" id="{8BF42D91-DCD1-4A29-803E-BC350CC1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953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技术方案需要补充核心链路、非核心链路两类阈值，并把灰度失败后的审批人、执行人、通知渠道写清楚。</a:t>
            </a:r>
          </a:p>
        </p:txBody>
      </p:sp>
      <p:sp>
        <p:nvSpPr>
          <p:cNvPr id="6" name="action-panel">
            <a:extLst xmlns:a="http://schemas.openxmlformats.org/drawingml/2006/main">
              <a:ext uri="{FF2B5EF4-FFF2-40B4-BE49-F238E27FC236}">
                <a16:creationId xmlns:a16="http://schemas.microsoft.com/office/drawing/2014/main" id="{C2497D12-FE5C-4735-8A68-C9DFBEA4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5450"/>
            <a:ext cx="4819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action-right">
            <a:extLst xmlns:a="http://schemas.openxmlformats.org/drawingml/2006/main">
              <a:ext uri="{FF2B5EF4-FFF2-40B4-BE49-F238E27FC236}">
                <a16:creationId xmlns:a16="http://schemas.microsoft.com/office/drawing/2014/main" id="{F6B09A40-E651-4DA7-9CC6-7198E40F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19300"/>
            <a:ext cx="41719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上线前必须完成一次回滚演练，且日志字段统一为 trace_id，避免排障时跨系统检索失败。</a:t>
            </a:r>
          </a:p>
        </p:txBody>
      </p:sp>
    </p:spTree>
    <p:extLst>
      <p:ext uri="{BB962C8B-B14F-4D97-AF65-F5344CB8AC3E}">
        <p14:creationId xmlns:p14="http://schemas.microsoft.com/office/powerpoint/2010/main" val="13115145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2026-07-14T07:58:14.4540000Z</dcterms:created>
  <dcterms:modified xsi:type="dcterms:W3CDTF">2026-07-14T07:58:14.4540000Z</dcterms:modified>
</coreProperties>
</file>