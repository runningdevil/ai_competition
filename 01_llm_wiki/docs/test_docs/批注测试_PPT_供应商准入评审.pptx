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omments/modernComment2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b244a49f44972" /><Relationship Type="http://schemas.openxmlformats.org/officeDocument/2006/relationships/extended-properties" Target="/docProps/app.xml" Id="R7cadf8c0fbf648d7" /><Relationship Type="http://schemas.openxmlformats.org/officeDocument/2006/relationships/officeDocument" Target="/ppt/presentation.xml" Id="R5ae43c3b444f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bf384be2b4105"/>
  </p:sldMasterIdLst>
  <p:notesMasterIdLst>
    <p:notesMasterId xmlns:r="http://schemas.openxmlformats.org/officeDocument/2006/relationships" r:id="R96a5237e97d14ef0"/>
  </p:notesMasterIdLst>
  <p:sldIdLst>
    <p:sldId xmlns:r="http://schemas.openxmlformats.org/officeDocument/2006/relationships" id="256" r:id="R1562908518a142cd"/>
    <p:sldId xmlns:r="http://schemas.openxmlformats.org/officeDocument/2006/relationships" id="257" r:id="R9b4372f0d39c4b22"/>
    <p:sldId xmlns:r="http://schemas.openxmlformats.org/officeDocument/2006/relationships" id="258" r:id="Red3fa9a525ee4269"/>
    <p:sldId xmlns:r="http://schemas.openxmlformats.org/officeDocument/2006/relationships" id="259" r:id="Re494f02347fa47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8B60763F-1772-4B46-B2A5-FA86E98B077F}" name="业务审阅人" initials="审"/>
  <p188:author id="{29E2B559-9991-45B8-B7E0-DB67892D1031}" name="张三" initials="张"/>
  <p188:author id="{80F93E68-4FBA-4978-A08D-A9F77F37C2D9}" name="李四" initials="李"/>
  <p188:author id="{25EDE3BE-78E0-45BD-9964-D1A34BC08A70}" name="王五" initials="王"/>
  <p188:author id="{0DAA5CE7-83C4-4635-A55B-EAC46C3D1274}" name="赵六" initials="赵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5066bb1c0d423b" /><Relationship Type="http://schemas.openxmlformats.org/officeDocument/2006/relationships/slideMaster" Target="/ppt/slideMasters/slideMaster1.xml" Id="R7f4bf384be2b4105" /><Relationship Type="http://schemas.openxmlformats.org/officeDocument/2006/relationships/notesMaster" Target="/ppt/notesMasters/notesMaster1.xml" Id="R96a5237e97d14ef0" /><Relationship Type="http://schemas.openxmlformats.org/officeDocument/2006/relationships/presProps" Target="/ppt/presProps.xml" Id="R97a7f265ac194085" /><Relationship Type="http://schemas.openxmlformats.org/officeDocument/2006/relationships/tableStyles" Target="/ppt/tableStyles.xml" Id="R8e373c49990b4bb6" /><Relationship Type="http://schemas.microsoft.com/office/2018/10/relationships/authors" Target="/ppt/authors.xml" Id="Rd7600947a9de4cab" /><Relationship Type="http://schemas.openxmlformats.org/officeDocument/2006/relationships/slide" Target="/ppt/slides/slide1.xml" Id="R1562908518a142cd" /><Relationship Type="http://schemas.openxmlformats.org/officeDocument/2006/relationships/slide" Target="/ppt/slides/slide2.xml" Id="R9b4372f0d39c4b22" /><Relationship Type="http://schemas.openxmlformats.org/officeDocument/2006/relationships/slide" Target="/ppt/slides/slide3.xml" Id="Red3fa9a525ee4269" /><Relationship Type="http://schemas.openxmlformats.org/officeDocument/2006/relationships/slide" Target="/ppt/slides/slide4.xml" Id="Re494f02347fa4714" /></Relationships>
</file>

<file path=ppt/comments/modernComment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m8a4r7" authorId="{29E2B559-9991-45B8-B7E0-DB67892D1031}" status="active" created="2026-07-16T17:20:00+08:00">
    <ns1:txMkLst>
      <ns2:docMk/>
      <ns2:sldMk cId="1328157363" sldId="257"/>
      <ns1:spMk id="5" creationId="{22F1C3A6-EFE4-49D6-8B57-4ED380ADC7FD}"/>
      <ns1:txMk cp="21" len="11"/>
    </ns1:txMkLst>
    <ns0:pos x="9906000" y="1143000"/>
    <ns0:txBody>
      <ns3:bodyPr/>
      <ns3:lstStyle/>
      <ns3:p>
        <ns3:r>
          <ns3:t>todo: 请把“安全评估结果标记为通过”改为“安全评估结果为待复核”，并同步右侧安全状态?to:钱一,end_date:20260901</ns3:t>
        </ns3:r>
      </ns3:p>
    </ns0:txBody>
  </ns0:cm>
  <ns0:cm id="socctt" authorId="{80F93E68-4FBA-4978-A08D-A9F77F37C2D9}" status="active" created="2026-07-16T17:21:00+08:00">
    <ns1:txMkLst>
      <ns2:docMk/>
      <ns2:sldMk cId="1328157363" sldId="257"/>
      <ns1:spMk id="5" creationId="{22F1C3A6-EFE4-49D6-8B57-4ED380ADC7FD}"/>
      <ns1:txMk cp="33" len="14"/>
    </ns1:txMkLst>
    <ns0:pos x="9906000" y="1543050"/>
    <ns0:txBody>
      <ns3:bodyPr/>
      <ns3:lstStyle/>
      <ns3:p>
        <ns3:r>
          <ns3:t>请补充 SLA 附件编号，建议格式为“附件 3: 服务等级协议 SLA-2026-06”</ns3:t>
        </ns3:r>
      </ns3:p>
    </ns0:txBody>
  </ns0:cm>
  <ns0:cm id="yzcutg" authorId="{25EDE3BE-78E0-45BD-9964-D1A34BC08A70}" status="active" created="2026-07-16T17:22:00+08:00">
    <ns1:txMkLst>
      <ns2:docMk/>
      <ns2:sldMk cId="1328157363" sldId="257"/>
      <ns1:spMk id="5" creationId="{22F1C3A6-EFE4-49D6-8B57-4ED380ADC7FD}"/>
      <ns1:txMk cp="56" len="8"/>
    </ns1:txMkLst>
    <ns0:pos x="9906000" y="1943100"/>
    <ns0:txBody>
      <ns3:bodyPr/>
      <ns3:lstStyle/>
      <ns3:p>
        <ns3:r>
          <ns3:t>TODO：请补充联系人姓名、手机号和公司邮箱三项信息</ns3:t>
        </ns3:r>
      </ns3:p>
    </ns0:txBody>
  </ns0:cm>
</ns0:cmLst>
</file>

<file path=ppt/comments/modernComment2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i3gxn3" authorId="{0DAA5CE7-83C4-4635-A55B-EAC46C3D1274}" status="active" created="2026-07-18T17:23:00+08:00">
    <ns1:txMkLst>
      <ns2:docMk/>
      <ns2:sldMk cId="1676885163" sldId="259"/>
      <ns1:spMk id="5" creationId="{350B85A3-59E0-469D-A459-94F7D07818BA}"/>
      <ns1:txMk cp="5" len="15"/>
    </ns1:txMkLst>
    <ns0:pos x="9906000" y="2343150"/>
    <ns0:txBody>
      <ns3:bodyPr/>
      <ns3:lstStyle/>
      <ns3:p>
        <ns3:r>
          <ns3:t>todo: 请明确每周复核的责任人和输出物，建议写“采购负责人输出周报，安全负责人确认日志”?to:韩八,end_date:20260905</ns3:t>
        </ns3:r>
      </ns3:p>
    </ns0:txBody>
  </ns0:cm>
</ns0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8d6c329eb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c3a03064f4b4e" /><Relationship Type="http://schemas.openxmlformats.org/officeDocument/2006/relationships/notesMaster" Target="/ppt/notesMasters/notesMaster1.xml" Id="R5117a66ae03d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e4509ab7b4af0" /><Relationship Type="http://schemas.openxmlformats.org/officeDocument/2006/relationships/notesMaster" Target="/ppt/notesMasters/notesMaster1.xml" Id="R25b8555074334e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b07bd770d467f" /><Relationship Type="http://schemas.openxmlformats.org/officeDocument/2006/relationships/notesMaster" Target="/ppt/notesMasters/notesMaster1.xml" Id="Rb65cb48939c441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1a684003c0417f" /><Relationship Type="http://schemas.openxmlformats.org/officeDocument/2006/relationships/notesMaster" Target="/ppt/notesMasters/notesMaster1.xml" Id="R469dfd463c50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7dd691c64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7304e2271488c" /><Relationship Type="http://schemas.openxmlformats.org/officeDocument/2006/relationships/slideLayout" Target="/ppt/slideLayouts/slideLayout1.xml" Id="R406044a0d7fe4a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044a0d7fe4a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e099112414d44" /><Relationship Type="http://schemas.openxmlformats.org/officeDocument/2006/relationships/notesSlide" Target="/ppt/notesSlides/notesSlide1.xml" Id="Rf25c19574206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3c10d94174fdc" /><Relationship Type="http://schemas.openxmlformats.org/officeDocument/2006/relationships/notesSlide" Target="/ppt/notesSlides/notesSlide2.xml" Id="R0126971540db4f2f" /><Relationship Type="http://schemas.microsoft.com/office/2018/10/relationships/comments" Target="/ppt/comments/modernComment.xml" Id="R18b2924bc3144e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62c14b884442f" /><Relationship Type="http://schemas.openxmlformats.org/officeDocument/2006/relationships/notesSlide" Target="/ppt/notesSlides/notesSlide3.xml" Id="Rcb59ff5d1227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9d2b2a7c4b21" /><Relationship Type="http://schemas.openxmlformats.org/officeDocument/2006/relationships/notesSlide" Target="/ppt/notesSlides/notesSlide4.xml" Id="R187bcd12ba154171" /><Relationship Type="http://schemas.microsoft.com/office/2018/10/relationships/comments" Target="/ppt/comments/modernComment2.xml" Id="R3303b9f50e6b42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D4F6B83-81CB-4D56-A4DA-3EB59826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采购与法务部 | 准入评审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50854B-A776-4AA8-AA6C-ED385E73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供应商准入可以推进，但安全结论必须复核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E4FC321-4A40-481F-B737-75FCC19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本材料用于确认数据标注服务供应商的试运行条件。</a:t>
            </a:r>
          </a:p>
        </p:txBody>
      </p:sp>
      <p:sp>
        <p:nvSpPr>
          <p:cNvPr id="4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FA1DA923-179F-4665-BE20-4A58E788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30289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36F327C9-E839-4E1D-B882-F4260761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53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部门: 采购与法务部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版本: V1.0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日期: 2026-07-14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范围: 数据标注服务供应商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A243ADBF-E4BA-4CF7-83F2-B9A1DA4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1611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60F198E6-0860-4126-B69E-19B8B1B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现状判断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A7ABF79-0546-40AD-B063-896B63E1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试运行前必须补齐安全和合同信息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961EBB33-801D-439E-B672-991D8CF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4D4E1D2-07E0-4C66-B404-ED503A3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situation-body">
            <a:extLst xmlns:a="http://schemas.openxmlformats.org/drawingml/2006/main">
              <a:ext uri="{FF2B5EF4-FFF2-40B4-BE49-F238E27FC236}">
                <a16:creationId xmlns:a16="http://schemas.microsoft.com/office/drawing/2014/main" id="{22F1C3A6-EFE4-49D6-8B57-4ED380A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本次评估对象为拟引入的数据标注服务供应商。安全评估结果标记为通过，合同附件暂未列出服务等级协议，供应商联系人字段只填写了公司邮箱。</a:t>
            </a:r>
          </a:p>
        </p:txBody>
      </p:sp>
      <p:sp>
        <p:nvSpPr>
          <p:cNvPr id="6" name="kpi-质量抽检">
            <a:extLst xmlns:a="http://schemas.openxmlformats.org/drawingml/2006/main">
              <a:ext uri="{FF2B5EF4-FFF2-40B4-BE49-F238E27FC236}">
                <a16:creationId xmlns:a16="http://schemas.microsoft.com/office/drawing/2014/main" id="{9F229775-84FB-4D4F-AB62-77716DC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kpi-label-质量抽检">
            <a:extLst xmlns:a="http://schemas.openxmlformats.org/drawingml/2006/main">
              <a:ext uri="{FF2B5EF4-FFF2-40B4-BE49-F238E27FC236}">
                <a16:creationId xmlns:a16="http://schemas.microsoft.com/office/drawing/2014/main" id="{C1DF4E3F-D6ED-4290-A77C-488FE09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质量抽检</a:t>
            </a:r>
          </a:p>
        </p:txBody>
      </p:sp>
      <p:sp>
        <p:nvSpPr>
          <p:cNvPr id="8" name="kpi-value-质量抽检">
            <a:extLst xmlns:a="http://schemas.openxmlformats.org/drawingml/2006/main">
              <a:ext uri="{FF2B5EF4-FFF2-40B4-BE49-F238E27FC236}">
                <a16:creationId xmlns:a16="http://schemas.microsoft.com/office/drawing/2014/main" id="{AA212390-E4FF-48F2-A78B-76B82E7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96.5%</a:t>
            </a:r>
          </a:p>
        </p:txBody>
      </p:sp>
      <p:sp>
        <p:nvSpPr>
          <p:cNvPr id="9" name="kpi-note-质量抽检">
            <a:extLst xmlns:a="http://schemas.openxmlformats.org/drawingml/2006/main">
              <a:ext uri="{FF2B5EF4-FFF2-40B4-BE49-F238E27FC236}">
                <a16:creationId xmlns:a16="http://schemas.microsoft.com/office/drawing/2014/main" id="{F365258A-27E1-4163-AD1C-7DCB371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样例任务</a:t>
            </a:r>
          </a:p>
        </p:txBody>
      </p:sp>
      <p:sp>
        <p:nvSpPr>
          <p:cNvPr id="10" name="kpi-交付周期">
            <a:extLst xmlns:a="http://schemas.openxmlformats.org/drawingml/2006/main">
              <a:ext uri="{FF2B5EF4-FFF2-40B4-BE49-F238E27FC236}">
                <a16:creationId xmlns:a16="http://schemas.microsoft.com/office/drawing/2014/main" id="{81F5A5C9-5DE3-4EDE-80BC-0959CCB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kpi-label-交付周期">
            <a:extLst xmlns:a="http://schemas.openxmlformats.org/drawingml/2006/main">
              <a:ext uri="{FF2B5EF4-FFF2-40B4-BE49-F238E27FC236}">
                <a16:creationId xmlns:a16="http://schemas.microsoft.com/office/drawing/2014/main" id="{4311E289-CC30-4FA0-99DB-1C6E3C7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交付周期</a:t>
            </a:r>
          </a:p>
        </p:txBody>
      </p:sp>
      <p:sp>
        <p:nvSpPr>
          <p:cNvPr id="12" name="kpi-value-交付周期">
            <a:extLst xmlns:a="http://schemas.openxmlformats.org/drawingml/2006/main">
              <a:ext uri="{FF2B5EF4-FFF2-40B4-BE49-F238E27FC236}">
                <a16:creationId xmlns:a16="http://schemas.microsoft.com/office/drawing/2014/main" id="{6CA1AC22-537B-42FA-AF2E-605F7E0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 天</a:t>
            </a:r>
          </a:p>
        </p:txBody>
      </p:sp>
      <p:sp>
        <p:nvSpPr>
          <p:cNvPr id="13" name="kpi-note-交付周期">
            <a:extLst xmlns:a="http://schemas.openxmlformats.org/drawingml/2006/main">
              <a:ext uri="{FF2B5EF4-FFF2-40B4-BE49-F238E27FC236}">
                <a16:creationId xmlns:a16="http://schemas.microsoft.com/office/drawing/2014/main" id="{F7E79414-BA6E-49DD-9F8D-F629545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工作日</a:t>
            </a:r>
          </a:p>
        </p:txBody>
      </p:sp>
      <p:sp>
        <p:nvSpPr>
          <p:cNvPr id="14" name="kpi-安全状态">
            <a:extLst xmlns:a="http://schemas.openxmlformats.org/drawingml/2006/main">
              <a:ext uri="{FF2B5EF4-FFF2-40B4-BE49-F238E27FC236}">
                <a16:creationId xmlns:a16="http://schemas.microsoft.com/office/drawing/2014/main" id="{E6AB9630-361C-445F-B323-1EA65CC3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kpi-label-安全状态">
            <a:extLst xmlns:a="http://schemas.openxmlformats.org/drawingml/2006/main">
              <a:ext uri="{FF2B5EF4-FFF2-40B4-BE49-F238E27FC236}">
                <a16:creationId xmlns:a16="http://schemas.microsoft.com/office/drawing/2014/main" id="{0CB458CC-6366-45F2-853A-2F4023B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安全状态</a:t>
            </a:r>
          </a:p>
        </p:txBody>
      </p:sp>
      <p:sp>
        <p:nvSpPr>
          <p:cNvPr id="16" name="kpi-value-安全状态">
            <a:extLst xmlns:a="http://schemas.openxmlformats.org/drawingml/2006/main">
              <a:ext uri="{FF2B5EF4-FFF2-40B4-BE49-F238E27FC236}">
                <a16:creationId xmlns:a16="http://schemas.microsoft.com/office/drawing/2014/main" id="{0743CF1D-D042-4A6F-A9EE-0FCA93D3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通过</a:t>
            </a:r>
          </a:p>
        </p:txBody>
      </p:sp>
      <p:sp>
        <p:nvSpPr>
          <p:cNvPr id="17" name="kpi-note-安全状态">
            <a:extLst xmlns:a="http://schemas.openxmlformats.org/drawingml/2006/main">
              <a:ext uri="{FF2B5EF4-FFF2-40B4-BE49-F238E27FC236}">
                <a16:creationId xmlns:a16="http://schemas.microsoft.com/office/drawing/2014/main" id="{7C953E9F-9B69-482A-9055-92CF95A4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待复核</a:t>
            </a:r>
          </a:p>
        </p:txBody>
      </p:sp>
    </p:spTree>
    <p:extLst>
      <p:ext uri="{BB962C8B-B14F-4D97-AF65-F5344CB8AC3E}">
        <p14:creationId xmlns:p14="http://schemas.microsoft.com/office/powerpoint/2010/main" val="1328157363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18b2924bc3144e62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88215AB8-44EB-4E2E-BF9C-637DAE4A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证据与口径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FE1EBA-1F59-4B13-8D65-9362906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评分可以支持试运行，但不能替代准入条件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B6F5EE71-A788-4BC8-8096-366E5B7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11B3074-554B-41D5-8973-5D86752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evidence-table-caption">
            <a:extLst xmlns:a="http://schemas.openxmlformats.org/drawingml/2006/main">
              <a:ext uri="{FF2B5EF4-FFF2-40B4-BE49-F238E27FC236}">
                <a16:creationId xmlns:a16="http://schemas.microsoft.com/office/drawing/2014/main" id="{BC6D10B3-7734-4D38-B5FB-D045EA9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供应商评分矩阵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647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295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权重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得分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待补材料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交付能力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35%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同类案例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数据安全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30%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安全复核材料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商务条款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报价明细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售后响应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SLA 附件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656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24BA8576-E5F1-41C2-B4E1-2183701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行动计划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D5C516F-A081-4210-AED2-9E4C96C0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建议以一个月试运行作为准入前置条件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94BF6BDA-B4D3-42C9-AF73-0EF9BD58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20C369C-D34C-460A-B904-3B04E3D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action-left">
            <a:extLst xmlns:a="http://schemas.openxmlformats.org/drawingml/2006/main">
              <a:ext uri="{FF2B5EF4-FFF2-40B4-BE49-F238E27FC236}">
                <a16:creationId xmlns:a16="http://schemas.microsoft.com/office/drawing/2014/main" id="{350B85A3-59E0-469D-A459-94F7D07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试运行期间每周复核交付质量和数据安全日志，试运行结束后再决定是否签订长期合同。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3646375E-98D8-4BCE-B1B6-A1580D2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819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tion-right">
            <a:extLst xmlns:a="http://schemas.openxmlformats.org/drawingml/2006/main">
              <a:ext uri="{FF2B5EF4-FFF2-40B4-BE49-F238E27FC236}">
                <a16:creationId xmlns:a16="http://schemas.microsoft.com/office/drawing/2014/main" id="{E8763A1A-DAA4-4742-94B1-15DD2CB3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71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合同包需要补齐 SLA 附件编号、联系人姓名、手机号和公司邮箱，避免后续工单升级找不到负责人。</a:t>
            </a:r>
          </a:p>
        </p:txBody>
      </p:sp>
    </p:spTree>
    <p:extLst>
      <p:ext uri="{BB962C8B-B14F-4D97-AF65-F5344CB8AC3E}">
        <p14:creationId xmlns:p14="http://schemas.microsoft.com/office/powerpoint/2010/main" val="1676885163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3303b9f50e6b4214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2026-07-14T07:58:16.2960000Z</dcterms:created>
  <dcterms:modified xsi:type="dcterms:W3CDTF">2026-07-14T07:58:16.2960000Z</dcterms:modified>
</coreProperties>
</file>